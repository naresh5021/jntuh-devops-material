
<file path=[Content_Types].xml><?xml version="1.0" encoding="utf-8"?>
<Types xmlns="http://schemas.openxmlformats.org/package/2006/content-types">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commentAuthors.xml" ContentType="application/vnd.openxmlformats-officedocument.presentationml.commentAuthors+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customXml/itemProps2.xml" ContentType="application/vnd.openxmlformats-officedocument.customXml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emf" ContentType="image/x-emf"/>
  <Default Extension="jpeg" ContentType="image/jpeg"/>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81" r:id="rId5"/>
  </p:sldMasterIdLst>
  <p:notesMasterIdLst>
    <p:notesMasterId r:id="rId23"/>
  </p:notesMasterIdLst>
  <p:handoutMasterIdLst>
    <p:handoutMasterId r:id="rId24"/>
  </p:handoutMasterIdLst>
  <p:sldIdLst>
    <p:sldId id="1860" r:id="rId6"/>
    <p:sldId id="1825" r:id="rId7"/>
    <p:sldId id="1866" r:id="rId8"/>
    <p:sldId id="1867" r:id="rId9"/>
    <p:sldId id="1826" r:id="rId10"/>
    <p:sldId id="1864" r:id="rId11"/>
    <p:sldId id="1879" r:id="rId12"/>
    <p:sldId id="1868" r:id="rId13"/>
    <p:sldId id="1872" r:id="rId14"/>
    <p:sldId id="1873" r:id="rId15"/>
    <p:sldId id="1874" r:id="rId16"/>
    <p:sldId id="1875" r:id="rId17"/>
    <p:sldId id="1876" r:id="rId18"/>
    <p:sldId id="1877" r:id="rId19"/>
    <p:sldId id="1878" r:id="rId20"/>
    <p:sldId id="1871" r:id="rId21"/>
    <p:sldId id="1532" r:id="rId22"/>
  </p:sldIdLst>
  <p:sldSz cx="12192000" cy="6858000"/>
  <p:notesSz cx="6858000" cy="9144000"/>
  <p:defaultTextStyle>
    <a:defPPr>
      <a:defRPr lang="en-US"/>
    </a:defPPr>
    <a:lvl1pPr marL="0" algn="l" defTabSz="914400" rtl="0" eaLnBrk="1" latinLnBrk="0" hangingPunct="1">
      <a:defRPr sz="1765" kern="1200">
        <a:solidFill>
          <a:schemeClr val="tx1"/>
        </a:solidFill>
        <a:latin typeface="+mn-lt"/>
        <a:ea typeface="+mn-ea"/>
        <a:cs typeface="+mn-cs"/>
      </a:defRPr>
    </a:lvl1pPr>
    <a:lvl2pPr marL="457200" algn="l" defTabSz="914400" rtl="0" eaLnBrk="1" latinLnBrk="0" hangingPunct="1">
      <a:defRPr sz="1765" kern="1200">
        <a:solidFill>
          <a:schemeClr val="tx1"/>
        </a:solidFill>
        <a:latin typeface="+mn-lt"/>
        <a:ea typeface="+mn-ea"/>
        <a:cs typeface="+mn-cs"/>
      </a:defRPr>
    </a:lvl2pPr>
    <a:lvl3pPr marL="914400" algn="l" defTabSz="914400" rtl="0" eaLnBrk="1" latinLnBrk="0" hangingPunct="1">
      <a:defRPr sz="1765" kern="1200">
        <a:solidFill>
          <a:schemeClr val="tx1"/>
        </a:solidFill>
        <a:latin typeface="+mn-lt"/>
        <a:ea typeface="+mn-ea"/>
        <a:cs typeface="+mn-cs"/>
      </a:defRPr>
    </a:lvl3pPr>
    <a:lvl4pPr marL="1371600" algn="l" defTabSz="914400" rtl="0" eaLnBrk="1" latinLnBrk="0" hangingPunct="1">
      <a:defRPr sz="1765" kern="1200">
        <a:solidFill>
          <a:schemeClr val="tx1"/>
        </a:solidFill>
        <a:latin typeface="+mn-lt"/>
        <a:ea typeface="+mn-ea"/>
        <a:cs typeface="+mn-cs"/>
      </a:defRPr>
    </a:lvl4pPr>
    <a:lvl5pPr marL="1828800" algn="l" defTabSz="914400" rtl="0" eaLnBrk="1" latinLnBrk="0" hangingPunct="1">
      <a:defRPr sz="1765" kern="1200">
        <a:solidFill>
          <a:schemeClr val="tx1"/>
        </a:solidFill>
        <a:latin typeface="+mn-lt"/>
        <a:ea typeface="+mn-ea"/>
        <a:cs typeface="+mn-cs"/>
      </a:defRPr>
    </a:lvl5pPr>
    <a:lvl6pPr marL="2286000" algn="l" defTabSz="914400" rtl="0" eaLnBrk="1" latinLnBrk="0" hangingPunct="1">
      <a:defRPr sz="1765" kern="1200">
        <a:solidFill>
          <a:schemeClr val="tx1"/>
        </a:solidFill>
        <a:latin typeface="+mn-lt"/>
        <a:ea typeface="+mn-ea"/>
        <a:cs typeface="+mn-cs"/>
      </a:defRPr>
    </a:lvl6pPr>
    <a:lvl7pPr marL="2743200" algn="l" defTabSz="914400" rtl="0" eaLnBrk="1" latinLnBrk="0" hangingPunct="1">
      <a:defRPr sz="1765" kern="1200">
        <a:solidFill>
          <a:schemeClr val="tx1"/>
        </a:solidFill>
        <a:latin typeface="+mn-lt"/>
        <a:ea typeface="+mn-ea"/>
        <a:cs typeface="+mn-cs"/>
      </a:defRPr>
    </a:lvl7pPr>
    <a:lvl8pPr marL="3200400" algn="l" defTabSz="914400" rtl="0" eaLnBrk="1" latinLnBrk="0" hangingPunct="1">
      <a:defRPr sz="1765" kern="1200">
        <a:solidFill>
          <a:schemeClr val="tx1"/>
        </a:solidFill>
        <a:latin typeface="+mn-lt"/>
        <a:ea typeface="+mn-ea"/>
        <a:cs typeface="+mn-cs"/>
      </a:defRPr>
    </a:lvl8pPr>
    <a:lvl9pPr marL="3657600" algn="l" defTabSz="914400"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xmlns="">
        <p14:section name="Light Template" id="{A073DAE3-B461-442F-A3D3-6642BD875E45}">
          <p14:sldIdLst/>
        </p14:section>
        <p14:section name="Dark template" id="{888AB95E-1B7E-4E95-8F39-C5D0E8372BC2}">
          <p14:sldIdLst>
            <p14:sldId id="1862"/>
            <p14:sldId id="1860"/>
            <p14:sldId id="1825"/>
            <p14:sldId id="1866"/>
            <p14:sldId id="1867"/>
            <p14:sldId id="1826"/>
            <p14:sldId id="1864"/>
            <p14:sldId id="1879"/>
            <p14:sldId id="1868"/>
            <p14:sldId id="1872"/>
            <p14:sldId id="1873"/>
            <p14:sldId id="1874"/>
            <p14:sldId id="1875"/>
            <p14:sldId id="1876"/>
            <p14:sldId id="1877"/>
            <p14:sldId id="1878"/>
            <p14:sldId id="1871"/>
            <p14:sldId id="1532"/>
          </p14:sldIdLst>
        </p14:section>
      </p14:sectionLst>
    </p:ex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6E6E6"/>
    <a:srgbClr val="2F2F2F"/>
    <a:srgbClr val="F2F2F2"/>
    <a:srgbClr val="D2D2D2"/>
    <a:srgbClr val="5C2D91"/>
    <a:srgbClr val="00BCF2"/>
    <a:srgbClr val="0078D4"/>
    <a:srgbClr val="037BDA"/>
    <a:srgbClr val="1A1A1A"/>
    <a:srgbClr val="0D0D0D"/>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8566" autoAdjust="0"/>
  </p:normalViewPr>
  <p:slideViewPr>
    <p:cSldViewPr snapToGrid="0" showGuides="1">
      <p:cViewPr varScale="1">
        <p:scale>
          <a:sx n="70" d="100"/>
          <a:sy n="70" d="100"/>
        </p:scale>
        <p:origin x="-714" y="-9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anose="020B0502040204020203"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anose="020B0502040204020203" pitchFamily="34" charset="0"/>
              </a:rPr>
              <a:pPr/>
              <a:t>7/14/2025 7:25 AM</a:t>
            </a:fld>
            <a:endParaRPr lang="en-US">
              <a:latin typeface="Segoe UI" panose="020B0502040204020203"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780" defTabSz="914400" eaLnBrk="0" hangingPunct="0"/>
            <a:r>
              <a:rPr lang="en-US" sz="400">
                <a:gradFill>
                  <a:gsLst>
                    <a:gs pos="0">
                      <a:schemeClr val="tx1"/>
                    </a:gs>
                    <a:gs pos="100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anose="020B0502040204020203" pitchFamily="34" charset="0"/>
              </a:rPr>
              <a:pPr/>
              <a:t>‹#›</a:t>
            </a:fld>
            <a:endParaRPr lang="en-US">
              <a:latin typeface="Segoe UI" panose="020B0502040204020203" pitchFamily="34" charset="0"/>
            </a:endParaRPr>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anose="020B0502040204020203" pitchFamily="34" charset="0"/>
              </a:defRPr>
            </a:lvl1pPr>
          </a:lstStyle>
          <a:p>
            <a:fld id="{386CE63F-9E7F-4C04-9D0D-FCA25A8E9E86}" type="datetime8">
              <a:rPr lang="en-US" smtClean="0"/>
              <a:pPr/>
              <a:t>7/14/2025 7:25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B4008EB6-D09E-4580-8CD6-DDB14511944F}" type="slidenum">
              <a:rPr lang="en-US" smtClean="0"/>
              <a:pPr/>
              <a:t>‹#›</a:t>
            </a:fld>
            <a:endParaRPr lang="en-US"/>
          </a:p>
        </p:txBody>
      </p:sp>
    </p:spTree>
  </p:cSld>
  <p:clrMap bg1="lt1" tx1="dk1" bg2="lt2" tx2="dk2" accent1="accent1" accent2="accent2" accent3="accent3" accent4="accent4" accent5="accent5" accent6="accent6" hlink="hlink" folHlink="folHlink"/>
  <p:hf/>
  <p:notesStyle>
    <a:lvl1pPr marL="0" algn="l" defTabSz="914400" rtl="0" eaLnBrk="1" latinLnBrk="0" hangingPunct="1">
      <a:lnSpc>
        <a:spcPct val="90000"/>
      </a:lnSpc>
      <a:spcAft>
        <a:spcPts val="335"/>
      </a:spcAft>
      <a:defRPr sz="880" kern="1200">
        <a:solidFill>
          <a:schemeClr val="tx1"/>
        </a:solidFill>
        <a:latin typeface="Segoe UI Light" panose="020B0502040204020203" pitchFamily="34" charset="0"/>
        <a:ea typeface="+mn-ea"/>
        <a:cs typeface="+mn-cs"/>
      </a:defRPr>
    </a:lvl1pPr>
    <a:lvl2pPr marL="212725" indent="-10604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Light" panose="020B0502040204020203" pitchFamily="34" charset="0"/>
        <a:ea typeface="+mn-ea"/>
        <a:cs typeface="+mn-cs"/>
      </a:defRPr>
    </a:lvl2pPr>
    <a:lvl3pPr marL="328295" indent="-11493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Light" panose="020B0502040204020203" pitchFamily="34" charset="0"/>
        <a:ea typeface="+mn-ea"/>
        <a:cs typeface="+mn-cs"/>
      </a:defRPr>
    </a:lvl3pPr>
    <a:lvl4pPr marL="482600" indent="-14668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Light" panose="020B0502040204020203" pitchFamily="34" charset="0"/>
        <a:ea typeface="+mn-ea"/>
        <a:cs typeface="+mn-cs"/>
      </a:defRPr>
    </a:lvl4pPr>
    <a:lvl5pPr marL="615315" indent="-114935" algn="l" defTabSz="914400" rtl="0" eaLnBrk="1" latinLnBrk="0" hangingPunct="1">
      <a:lnSpc>
        <a:spcPct val="90000"/>
      </a:lnSpc>
      <a:spcAft>
        <a:spcPts val="335"/>
      </a:spcAft>
      <a:buFont typeface="Arial" panose="020B0604020202020204" pitchFamily="34" charset="0"/>
      <a:buChar char="•"/>
      <a:defRPr sz="880" kern="1200">
        <a:solidFill>
          <a:schemeClr val="tx1"/>
        </a:solidFill>
        <a:latin typeface="Segoe UI Light" panose="020B0502040204020203" pitchFamily="34" charset="0"/>
        <a:ea typeface="+mn-ea"/>
        <a:cs typeface="+mn-cs"/>
      </a:defRPr>
    </a:lvl5pPr>
    <a:lvl6pPr marL="2286000" algn="l" defTabSz="914400" rtl="0" eaLnBrk="1" latinLnBrk="0" hangingPunct="1">
      <a:defRPr sz="1175" kern="1200">
        <a:solidFill>
          <a:schemeClr val="tx1"/>
        </a:solidFill>
        <a:latin typeface="+mn-lt"/>
        <a:ea typeface="+mn-ea"/>
        <a:cs typeface="+mn-cs"/>
      </a:defRPr>
    </a:lvl6pPr>
    <a:lvl7pPr marL="2743200" algn="l" defTabSz="914400" rtl="0" eaLnBrk="1" latinLnBrk="0" hangingPunct="1">
      <a:defRPr sz="1175" kern="1200">
        <a:solidFill>
          <a:schemeClr val="tx1"/>
        </a:solidFill>
        <a:latin typeface="+mn-lt"/>
        <a:ea typeface="+mn-ea"/>
        <a:cs typeface="+mn-cs"/>
      </a:defRPr>
    </a:lvl7pPr>
    <a:lvl8pPr marL="3200400" algn="l" defTabSz="914400" rtl="0" eaLnBrk="1" latinLnBrk="0" hangingPunct="1">
      <a:defRPr sz="1175" kern="1200">
        <a:solidFill>
          <a:schemeClr val="tx1"/>
        </a:solidFill>
        <a:latin typeface="+mn-lt"/>
        <a:ea typeface="+mn-ea"/>
        <a:cs typeface="+mn-cs"/>
      </a:defRPr>
    </a:lvl8pPr>
    <a:lvl9pPr marL="3657600" algn="l" defTabSz="914400" rtl="0" eaLnBrk="1" latinLnBrk="0" hangingPunct="1">
      <a:defRPr sz="11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Light" panose="020B0502040204020203"/>
                <a:cs typeface="Segoe UI Light" panose="020B0502040204020203"/>
              </a:rPr>
              <a:t>Alright! Welcome everyone to our webinar “Introduction to Git and </a:t>
            </a:r>
            <a:r>
              <a:rPr lang="en-US" sz="850" dirty="0" err="1">
                <a:latin typeface="Segoe UI Light" panose="020B0502040204020203"/>
                <a:cs typeface="Segoe UI Light" panose="020B0502040204020203"/>
              </a:rPr>
              <a:t>Github</a:t>
            </a:r>
            <a:r>
              <a:rPr lang="en-US" sz="850" dirty="0">
                <a:latin typeface="Segoe UI Light" panose="020B0502040204020203"/>
                <a:cs typeface="Segoe UI Light" panose="020B0502040204020203"/>
              </a:rPr>
              <a:t>”. Let me first introduce myself. I am Jyoti </a:t>
            </a:r>
            <a:r>
              <a:rPr lang="en-US" sz="850" dirty="0" err="1">
                <a:latin typeface="Segoe UI Light" panose="020B0502040204020203"/>
                <a:cs typeface="Segoe UI Light" panose="020B0502040204020203"/>
              </a:rPr>
              <a:t>Balodhi</a:t>
            </a:r>
            <a:r>
              <a:rPr lang="en-US" sz="850" dirty="0">
                <a:latin typeface="Segoe UI Light" panose="020B0502040204020203"/>
                <a:cs typeface="Segoe UI Light" panose="020B0502040204020203"/>
              </a:rPr>
              <a:t>, a 3rd year Computer Science student studying in the University of Delhi and I’m an Alpha Microsoft Student Ambassador.</a:t>
            </a:r>
          </a:p>
          <a:p>
            <a:endParaRPr lang="en-US" dirty="0"/>
          </a:p>
          <a:p>
            <a:r>
              <a:rPr lang="en-US" sz="850" dirty="0">
                <a:latin typeface="Segoe UI Light" panose="020B0502040204020203"/>
                <a:cs typeface="Segoe UI Light" panose="020B0502040204020203"/>
              </a:rPr>
              <a:t>* Bhargav's introduction *</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62072DC8-D49D-432C-9D46-A7718B5F5490}" type="datetime8">
              <a:rPr lang="en-US" smtClean="0"/>
              <a:pPr/>
              <a:t>7/14/2025 7:25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first of all, the agenda for today’s webinar is as follows:</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pPr/>
              <a:t>7/14/2025 7:25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first of all, why do we need Version Control? So, the entire tech industry revolves around code. So where do we store the code? Take for example… Facebook. Facebook’s entire code cannot be stored on one computer, right? If some damage is done to this computer the platform’s code is lost. Now you might suggest to take a backup of this code by zipping it and storing it on Google Drive. But what if you want to edit that code sometime later? You’ll again have to download all that code, unzip it make the edits and then again zip it and store it on drive. This isn’t convenient for anyone, right? Specially when you’re working in a team of hundreds and thousands of people, this isn’t convenient at all. So, this is where Version Control comes in.</a:t>
            </a:r>
            <a:endParaRPr lang="en-IN"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7/14/2025 7:25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Centralized: Subversion and CVS</a:t>
            </a:r>
          </a:p>
          <a:p>
            <a:endParaRPr lang="en-US" dirty="0"/>
          </a:p>
          <a:p>
            <a:r>
              <a:rPr lang="en-US" dirty="0"/>
              <a:t>Distributed: Git, Mercurial</a:t>
            </a:r>
            <a:endParaRPr lang="en-IN"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7/14/2025 7:25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pPr/>
              <a:t>7/14/2025 7:25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Sans-Serif"/>
              <a:buChar char="•"/>
            </a:pPr>
            <a:r>
              <a:rPr lang="en-US" sz="900" dirty="0">
                <a:latin typeface="Segoe UI Semilight" panose="020B0402040204020203"/>
                <a:cs typeface="Segoe UI Semilight" panose="020B0402040204020203"/>
              </a:rPr>
              <a:t>git help</a:t>
            </a:r>
          </a:p>
          <a:p>
            <a:pPr marL="342900" indent="-342900">
              <a:buFont typeface="Arial,Sans-Serif"/>
              <a:buChar char="•"/>
            </a:pPr>
            <a:r>
              <a:rPr lang="en-US" sz="900" dirty="0">
                <a:latin typeface="Segoe UI Semilight" panose="020B0402040204020203"/>
                <a:cs typeface="Segoe UI Semilight" panose="020B0402040204020203"/>
              </a:rPr>
              <a:t>git status</a:t>
            </a:r>
          </a:p>
          <a:p>
            <a:pPr marL="342900" indent="-342900">
              <a:buFont typeface="Arial,Sans-Serif"/>
              <a:buChar char="•"/>
            </a:pPr>
            <a:r>
              <a:rPr lang="en-US" sz="900" dirty="0">
                <a:latin typeface="Segoe UI Semilight" panose="020B0402040204020203"/>
                <a:cs typeface="Segoe UI Semilight" panose="020B0402040204020203"/>
              </a:rPr>
              <a:t>git log</a:t>
            </a:r>
          </a:p>
          <a:p>
            <a:pPr marL="342900" indent="-342900">
              <a:buFont typeface="Arial,Sans-Serif"/>
              <a:buChar char="•"/>
            </a:pPr>
            <a:r>
              <a:rPr lang="en-US" sz="900" dirty="0">
                <a:latin typeface="Segoe UI Semilight" panose="020B0402040204020203"/>
                <a:cs typeface="Segoe UI Semilight" panose="020B0402040204020203"/>
              </a:rPr>
              <a:t>git </a:t>
            </a:r>
            <a:r>
              <a:rPr lang="en-US" sz="900" dirty="0" err="1">
                <a:latin typeface="Segoe UI Semilight" panose="020B0402040204020203"/>
                <a:cs typeface="Segoe UI Semilight" panose="020B0402040204020203"/>
              </a:rPr>
              <a:t>init</a:t>
            </a:r>
            <a:r>
              <a:rPr lang="en-US" sz="900" dirty="0">
                <a:latin typeface="Segoe UI Semilight" panose="020B0402040204020203"/>
                <a:cs typeface="Segoe UI Semilight" panose="020B0402040204020203"/>
              </a:rPr>
              <a:t> &lt;</a:t>
            </a:r>
            <a:r>
              <a:rPr lang="en-US" sz="900" dirty="0" err="1">
                <a:latin typeface="Segoe UI Semilight" panose="020B0402040204020203"/>
                <a:cs typeface="Segoe UI Semilight" panose="020B0402040204020203"/>
              </a:rPr>
              <a:t>projectname</a:t>
            </a:r>
            <a:r>
              <a:rPr lang="en-US" sz="900" dirty="0">
                <a:latin typeface="Segoe UI Semilight" panose="020B0402040204020203"/>
                <a:cs typeface="Segoe UI Semilight" panose="020B0402040204020203"/>
              </a:rPr>
              <a:t>&gt;</a:t>
            </a:r>
          </a:p>
          <a:p>
            <a:pPr marL="342900" indent="-342900">
              <a:buFont typeface="Arial,Sans-Serif"/>
              <a:buChar char="•"/>
            </a:pPr>
            <a:r>
              <a:rPr lang="en-US" sz="900" dirty="0">
                <a:latin typeface="Segoe UI Semilight" panose="020B0402040204020203"/>
                <a:cs typeface="Segoe UI Semilight" panose="020B0402040204020203"/>
              </a:rPr>
              <a:t>git add &lt;filename&gt;</a:t>
            </a:r>
          </a:p>
          <a:p>
            <a:pPr marL="342900" indent="-342900">
              <a:buFont typeface="Arial,Sans-Serif"/>
              <a:buChar char="•"/>
            </a:pPr>
            <a:r>
              <a:rPr lang="en-US" sz="900" dirty="0">
                <a:latin typeface="Segoe UI Semilight" panose="020B0402040204020203"/>
                <a:cs typeface="Segoe UI Semilight" panose="020B0402040204020203"/>
              </a:rPr>
              <a:t>git commit –m "message"</a:t>
            </a:r>
          </a:p>
          <a:p>
            <a:pPr marL="342900" indent="-342900">
              <a:buFont typeface="Arial,Sans-Serif"/>
              <a:buChar char="•"/>
            </a:pPr>
            <a:r>
              <a:rPr lang="en-US" sz="900" dirty="0">
                <a:latin typeface="Segoe UI Semilight" panose="020B0402040204020203"/>
                <a:cs typeface="Segoe UI Semilight" panose="020B0402040204020203"/>
              </a:rPr>
              <a:t>git checkout &lt;filename&gt;</a:t>
            </a:r>
          </a:p>
          <a:p>
            <a:pPr marL="342900" indent="-342900">
              <a:buFont typeface="Arial,Sans-Serif"/>
              <a:buChar char="•"/>
            </a:pPr>
            <a:r>
              <a:rPr lang="en-US" sz="900" dirty="0">
                <a:latin typeface="Segoe UI Semilight" panose="020B0402040204020203"/>
                <a:cs typeface="Segoe UI Semilight" panose="020B0402040204020203"/>
              </a:rPr>
              <a:t>git push </a:t>
            </a:r>
          </a:p>
          <a:p>
            <a:pPr marL="342900" indent="-342900">
              <a:buFont typeface="Arial,Sans-Serif"/>
              <a:buChar char="•"/>
            </a:pPr>
            <a:r>
              <a:rPr lang="en-US" sz="900" dirty="0">
                <a:latin typeface="Segoe UI Semilight" panose="020B0402040204020203"/>
                <a:cs typeface="Segoe UI Semilight" panose="020B0402040204020203"/>
              </a:rPr>
              <a:t>git pull</a:t>
            </a:r>
          </a:p>
          <a:p>
            <a:pPr marL="342900" indent="-342900">
              <a:buFont typeface="Arial,Sans-Serif"/>
              <a:buChar char="•"/>
            </a:pPr>
            <a:r>
              <a:rPr lang="en-US" sz="900" dirty="0">
                <a:latin typeface="Segoe UI Semilight" panose="020B0402040204020203"/>
                <a:cs typeface="Segoe UI Semilight" panose="020B0402040204020203"/>
              </a:rPr>
              <a:t>git rm –cached &lt;</a:t>
            </a:r>
            <a:r>
              <a:rPr lang="en-US" sz="900" dirty="0" err="1">
                <a:latin typeface="Segoe UI Semilight" panose="020B0402040204020203"/>
                <a:cs typeface="Segoe UI Semilight" panose="020B0402040204020203"/>
              </a:rPr>
              <a:t>file_name</a:t>
            </a:r>
            <a:r>
              <a:rPr lang="en-US" sz="900" dirty="0">
                <a:latin typeface="Segoe UI Semilight" panose="020B0402040204020203"/>
                <a:cs typeface="Segoe UI Semilight" panose="020B0402040204020203"/>
              </a:rPr>
              <a:t>&gt;</a:t>
            </a:r>
          </a:p>
          <a:p>
            <a:pPr marL="342900" indent="-342900">
              <a:buFont typeface="Arial,Sans-Serif"/>
              <a:buChar char="•"/>
            </a:pPr>
            <a:r>
              <a:rPr lang="en-US" sz="900" dirty="0">
                <a:latin typeface="Segoe UI Semilight" panose="020B0402040204020203"/>
                <a:cs typeface="Segoe UI Semilight" panose="020B0402040204020203"/>
              </a:rPr>
              <a:t>git branch &lt;</a:t>
            </a:r>
            <a:r>
              <a:rPr lang="en-US" sz="900" dirty="0" err="1">
                <a:latin typeface="Segoe UI Semilight" panose="020B0402040204020203"/>
                <a:cs typeface="Segoe UI Semilight" panose="020B0402040204020203"/>
              </a:rPr>
              <a:t>branch_name</a:t>
            </a:r>
            <a:r>
              <a:rPr lang="en-US" sz="900" dirty="0">
                <a:latin typeface="Segoe UI Semilight" panose="020B0402040204020203"/>
                <a:cs typeface="Segoe UI Semilight" panose="020B0402040204020203"/>
              </a:rPr>
              <a:t>&gt;</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7/14/2025 7:25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 </a:t>
            </a:r>
            <a:r>
              <a:rPr lang="en-IN" dirty="0" err="1"/>
              <a:t>Github</a:t>
            </a:r>
            <a:r>
              <a:rPr lang="en-IN" dirty="0"/>
              <a:t> is basically a platform for developers to store their code in an organized manner. It can also be used as a collaborative tool for developers to reach out to other developers and collaborate on their projects. Git allows you a tree like structure where by default everything is stored in a branch called “master” and you can create as many branches as you like. Now that we’re talking about branches, why do we need branches? It’s kind of an extra security feature so that someone doesn’t accidentally make changes to the master branch (which is the main branch). Also, if you want to contribute to someone else’s project, it is good practice to create a new branch and make your edits over there.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7/14/2025 7:25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a:solidFill>
                <a:prstClr val="black"/>
              </a:solidFill>
            </a:endParaRPr>
          </a:p>
        </p:txBody>
      </p:sp>
      <p:sp>
        <p:nvSpPr>
          <p:cNvPr id="5" name="Date Placeholder 4"/>
          <p:cNvSpPr>
            <a:spLocks noGrp="1"/>
          </p:cNvSpPr>
          <p:nvPr>
            <p:ph type="dt" idx="11"/>
          </p:nvPr>
        </p:nvSpPr>
        <p:spPr/>
        <p:txBody>
          <a:bodyPr/>
          <a:lstStyle/>
          <a:p>
            <a:fld id="{0ECFDC7D-F4BE-4668-920D-08874925A5D7}" type="datetime8">
              <a:rPr lang="en-US" smtClean="0">
                <a:solidFill>
                  <a:prstClr val="black"/>
                </a:solidFill>
              </a:rPr>
              <a:pPr/>
              <a:t>7/14/2025 7:25 AM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17</a:t>
            </a:fld>
            <a:endParaRPr lang="en-US">
              <a:solidFill>
                <a:prstClr val="black"/>
              </a:solidFill>
            </a:endParaRPr>
          </a:p>
        </p:txBody>
      </p:sp>
      <p:sp>
        <p:nvSpPr>
          <p:cNvPr id="6" name="Footer Placeholder 5"/>
          <p:cNvSpPr>
            <a:spLocks noGrp="1"/>
          </p:cNvSpPr>
          <p:nvPr>
            <p:ph type="ftr" sz="quarter" idx="14"/>
          </p:nvPr>
        </p:nvSpPr>
        <p:spPr/>
        <p:txBody>
          <a:bodyPr/>
          <a:lstStyle/>
          <a:p>
            <a:pPr defTabSz="914400" eaLnBrk="0" hangingPunct="0"/>
            <a:r>
              <a:rPr lang="en-US" sz="400">
                <a:gradFill>
                  <a:gsLst>
                    <a:gs pos="0">
                      <a:prstClr val="black"/>
                    </a:gs>
                    <a:gs pos="100000">
                      <a:prstClr val="black"/>
                    </a:gs>
                  </a:gsLst>
                  <a:lin ang="5400000" scaled="0"/>
                </a:gradFill>
                <a:latin typeface="Segoe UI" panose="020B0502040204020203" pitchFamily="34" charset="0"/>
                <a:ea typeface="Segoe UI" panose="020B0502040204020203" pitchFamily="34" charset="0"/>
                <a:cs typeface="Segoe UI" panose="020B0502040204020203" pitchFamily="34" charset="0"/>
              </a:rPr>
              <a:t>© Microsoft Corporation. All rights reserved. MICROSOFT MAKES NO WARRANTIES, EXPRESS, IMPLIED OR STATUTORY, AS TO THE INFORMATION IN THIS PRESENTATION.</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picture containing meter&#10;&#10;Description automatically generated"/>
          <p:cNvPicPr>
            <a:picLocks noChangeAspect="1"/>
          </p:cNvPicPr>
          <p:nvPr userDrawn="1"/>
        </p:nvPicPr>
        <p:blipFill rotWithShape="1">
          <a:blip r:embed="rId2"/>
          <a:srcRect l="51535" t="20885" r="1924" b="7746"/>
          <a:stretch>
            <a:fillRect/>
          </a:stretch>
        </p:blipFill>
        <p:spPr>
          <a:xfrm>
            <a:off x="0" y="0"/>
            <a:ext cx="12192000" cy="6858000"/>
          </a:xfrm>
          <a:prstGeom prst="rect">
            <a:avLst/>
          </a:prstGeom>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tx1"/>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p:cNvPicPr>
            <a:picLocks noChangeAspect="1"/>
          </p:cNvPicPr>
          <p:nvPr userDrawn="1"/>
        </p:nvPicPr>
        <p:blipFill rotWithShape="1">
          <a:blip r:embed="rId2"/>
          <a:srcRect l="25738" t="-1894" r="8816" b="10381"/>
          <a:stretch>
            <a:fillRect/>
          </a:stretch>
        </p:blipFill>
        <p:spPr>
          <a:xfrm>
            <a:off x="1" y="604414"/>
            <a:ext cx="12192000" cy="6253586"/>
          </a:xfrm>
          <a:prstGeom prst="rect">
            <a:avLst/>
          </a:prstGeom>
        </p:spPr>
      </p:pic>
      <p:pic>
        <p:nvPicPr>
          <p:cNvPr id="4" name="Picture 3" descr="A picture containing food, drawing, plate&#10;&#10;Description automatically generated"/>
          <p:cNvPicPr>
            <a:picLocks noChangeAspect="1"/>
          </p:cNvPicPr>
          <p:nvPr userDrawn="1"/>
        </p:nvPicPr>
        <p:blipFill>
          <a:blip r:embed="rId3"/>
          <a:stretch>
            <a:fillRect/>
          </a:stretch>
        </p:blipFill>
        <p:spPr>
          <a:xfrm>
            <a:off x="587376" y="595948"/>
            <a:ext cx="2132954" cy="402336"/>
          </a:xfrm>
          <a:prstGeom prst="rect">
            <a:avLst/>
          </a:prstGeom>
        </p:spPr>
      </p:pic>
      <p:sp>
        <p:nvSpPr>
          <p:cNvPr id="11" name="Title 1"/>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tx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rcRect/>
          <a:stretch>
            <a:fillRect/>
          </a:stretch>
        </p:blipFill>
        <p:spPr>
          <a:xfrm>
            <a:off x="0" y="6017392"/>
            <a:ext cx="12192000" cy="257996"/>
          </a:xfrm>
          <a:prstGeom prst="rect">
            <a:avLst/>
          </a:prstGeom>
        </p:spPr>
      </p:pic>
      <p:sp>
        <p:nvSpPr>
          <p:cNvPr id="11" name="Title 1"/>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descr="A picture containing food, drawing, plate&#10;&#10;Description automatically generated"/>
          <p:cNvPicPr>
            <a:picLocks noChangeAspect="1"/>
          </p:cNvPicPr>
          <p:nvPr userDrawn="1"/>
        </p:nvPicPr>
        <p:blipFill>
          <a:blip r:embed="rId3"/>
          <a:stretch>
            <a:fillRect/>
          </a:stretch>
        </p:blipFill>
        <p:spPr>
          <a:xfrm>
            <a:off x="587376" y="595948"/>
            <a:ext cx="2132954" cy="402336"/>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E6E6E6"/>
        </a:solidFill>
        <a:effectLst/>
      </p:bgPr>
    </p:bg>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descr="A picture containing meter&#10;&#10;Description automatically generated"/>
          <p:cNvPicPr>
            <a:picLocks noChangeAspect="1"/>
          </p:cNvPicPr>
          <p:nvPr userDrawn="1"/>
        </p:nvPicPr>
        <p:blipFill rotWithShape="1">
          <a:blip r:embed="rId2"/>
          <a:srcRect l="25738" t="-1894" r="8816" b="10381"/>
          <a:stretch>
            <a:fillRect/>
          </a:stretch>
        </p:blipFill>
        <p:spPr>
          <a:xfrm>
            <a:off x="1" y="604414"/>
            <a:ext cx="12192000" cy="6253586"/>
          </a:xfrm>
          <a:prstGeom prst="rect">
            <a:avLst/>
          </a:prstGeom>
        </p:spPr>
      </p:pic>
      <p:pic>
        <p:nvPicPr>
          <p:cNvPr id="8" name="Picture 7"/>
          <p:cNvPicPr>
            <a:picLocks noChangeAspect="1"/>
          </p:cNvPicPr>
          <p:nvPr userDrawn="1"/>
        </p:nvPicPr>
        <p:blipFill>
          <a:blip r:embed="rId3"/>
          <a:srcRect/>
          <a:stretch>
            <a:fillRect/>
          </a:stretch>
        </p:blipFill>
        <p:spPr>
          <a:xfrm>
            <a:off x="587376" y="595948"/>
            <a:ext cx="2132954" cy="402335"/>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lkin 5">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p:cNvPicPr>
            <a:picLocks noChangeAspect="1"/>
          </p:cNvPicPr>
          <p:nvPr userDrawn="1"/>
        </p:nvPicPr>
        <p:blipFill rotWithShape="1">
          <a:blip r:embed="rId2"/>
          <a:srcRect l="25163" t="-6474" r="8596" b="10240"/>
          <a:stretch>
            <a:fillRect/>
          </a:stretch>
        </p:blipFill>
        <p:spPr>
          <a:xfrm>
            <a:off x="0" y="361014"/>
            <a:ext cx="12192000" cy="6496986"/>
          </a:xfrm>
          <a:prstGeom prst="rect">
            <a:avLst/>
          </a:prstGeom>
        </p:spPr>
      </p:pic>
      <p:sp>
        <p:nvSpPr>
          <p:cNvPr id="11" name="Title 1"/>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a:t>Event name or presentation title </a:t>
            </a:r>
          </a:p>
        </p:txBody>
      </p:sp>
      <p:sp>
        <p:nvSpPr>
          <p:cNvPr id="12" name="Text Placeholder 4"/>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a:t>Speaker name or subtitle text</a:t>
            </a:r>
          </a:p>
        </p:txBody>
      </p:sp>
      <p:pic>
        <p:nvPicPr>
          <p:cNvPr id="7" name="Picture 6" descr="A picture containing food, drawing, plate&#10;&#10;Description automatically generated"/>
          <p:cNvPicPr>
            <a:picLocks noChangeAspect="1"/>
          </p:cNvPicPr>
          <p:nvPr userDrawn="1"/>
        </p:nvPicPr>
        <p:blipFill>
          <a:blip r:embed="rId3"/>
          <a:stretch>
            <a:fillRect/>
          </a:stretch>
        </p:blipFill>
        <p:spPr>
          <a:xfrm>
            <a:off x="587376" y="595948"/>
            <a:ext cx="2132954" cy="402336"/>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alkin 6">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3406" y="2892285"/>
            <a:ext cx="7338186"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3406" y="3628154"/>
            <a:ext cx="7338186"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Picture 7" descr="A close up of a logo&#10;&#10;Description automatically generated"/>
          <p:cNvPicPr>
            <a:picLocks noChangeAspect="1"/>
          </p:cNvPicPr>
          <p:nvPr userDrawn="1"/>
        </p:nvPicPr>
        <p:blipFill rotWithShape="1">
          <a:blip r:embed="rId2"/>
          <a:srcRect l="25754" t="-137" r="8703" b="10286"/>
          <a:stretch>
            <a:fillRect/>
          </a:stretch>
        </p:blipFill>
        <p:spPr>
          <a:xfrm>
            <a:off x="0" y="727289"/>
            <a:ext cx="12192000" cy="6130711"/>
          </a:xfrm>
          <a:prstGeom prst="rect">
            <a:avLst/>
          </a:prstGeom>
        </p:spPr>
      </p:pic>
      <p:pic>
        <p:nvPicPr>
          <p:cNvPr id="7" name="Picture 6"/>
          <p:cNvPicPr>
            <a:picLocks noChangeAspect="1"/>
          </p:cNvPicPr>
          <p:nvPr userDrawn="1"/>
        </p:nvPicPr>
        <p:blipFill>
          <a:blip r:embed="rId3"/>
          <a:srcRect/>
          <a:stretch>
            <a:fillRect/>
          </a:stretch>
        </p:blipFill>
        <p:spPr>
          <a:xfrm>
            <a:off x="587376" y="595948"/>
            <a:ext cx="2132954" cy="402335"/>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2"/>
          <a:srcRect/>
          <a:stretch>
            <a:fillRect/>
          </a:stretch>
        </p:blipFill>
        <p:spPr>
          <a:xfrm>
            <a:off x="0" y="6017392"/>
            <a:ext cx="12192000" cy="257996"/>
          </a:xfrm>
          <a:prstGeom prst="rect">
            <a:avLst/>
          </a:prstGeom>
        </p:spPr>
      </p:pic>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mp; Non-bulleted tex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rotWithShape="1">
          <a:blip r:embed="rId2"/>
          <a:srcRect l="65068" r="3128" b="-2655"/>
          <a:stretch>
            <a:fillRect/>
          </a:stretch>
        </p:blipFill>
        <p:spPr>
          <a:xfrm rot="19139065">
            <a:off x="8891709" y="5698742"/>
            <a:ext cx="3877558" cy="264844"/>
          </a:xfrm>
          <a:prstGeom prst="rect">
            <a:avLst/>
          </a:prstGeom>
        </p:spPr>
      </p:pic>
      <p:sp>
        <p:nvSpPr>
          <p:cNvPr id="6" name="Rectangle 5"/>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Rectangle 7"/>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mp; Non-bulleted tex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p:cNvPicPr>
            <a:picLocks noChangeAspect="1"/>
          </p:cNvPicPr>
          <p:nvPr userDrawn="1"/>
        </p:nvPicPr>
        <p:blipFill>
          <a:blip r:embed="rId2"/>
          <a:srcRect/>
          <a:stretch>
            <a:fillRect/>
          </a:stretch>
        </p:blipFill>
        <p:spPr>
          <a:xfrm>
            <a:off x="0" y="6017392"/>
            <a:ext cx="12192000" cy="257996"/>
          </a:xfrm>
          <a:prstGeom prst="rect">
            <a:avLst/>
          </a:prstGeom>
        </p:spPr>
      </p:pic>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5"/>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905" indent="0">
              <a:buFont typeface="Wingdings" panose="05000000000000000000" pitchFamily="2" charset="2"/>
              <a:buNone/>
              <a:defRPr sz="2000" b="0"/>
            </a:lvl2pPr>
            <a:lvl3pPr marL="450850" indent="0">
              <a:buFont typeface="Wingdings" panose="05000000000000000000" pitchFamily="2" charset="2"/>
              <a:buNone/>
              <a:defRPr sz="1600" b="0"/>
            </a:lvl3pPr>
            <a:lvl4pPr marL="652145"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p:cNvSpPr>
            <a:spLocks noGrp="1"/>
          </p:cNvSpPr>
          <p:nvPr>
            <p:ph type="body" sz="quarter" idx="12"/>
          </p:nvPr>
        </p:nvSpPr>
        <p:spPr>
          <a:xfrm>
            <a:off x="6397171" y="1435100"/>
            <a:ext cx="5212080" cy="1649682"/>
          </a:xfrm>
        </p:spPr>
        <p:txBody>
          <a:bodyPr wrap="square">
            <a:spAutoFit/>
          </a:bodyPr>
          <a:lstStyle>
            <a:lvl1pPr marL="0" indent="0">
              <a:spcBef>
                <a:spcPts val="1225"/>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905" indent="0">
              <a:buFont typeface="Wingdings" panose="05000000000000000000" pitchFamily="2" charset="2"/>
              <a:buNone/>
              <a:defRPr sz="2000" b="0"/>
            </a:lvl2pPr>
            <a:lvl3pPr marL="450850" indent="0">
              <a:buFont typeface="Wingdings" panose="05000000000000000000" pitchFamily="2" charset="2"/>
              <a:buNone/>
              <a:defRPr sz="1600" b="0"/>
            </a:lvl3pPr>
            <a:lvl4pPr marL="652145"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5"/>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355" indent="-171450">
              <a:buFont typeface="Wingdings" panose="05000000000000000000" pitchFamily="2" charset="2"/>
              <a:buChar char=""/>
              <a:defRPr sz="2000" b="0"/>
            </a:lvl2pPr>
            <a:lvl3pPr marL="640080" indent="-189230">
              <a:buFont typeface="Wingdings" panose="05000000000000000000" pitchFamily="2" charset="2"/>
              <a:buChar char=""/>
              <a:defRPr sz="1600" b="0"/>
            </a:lvl3pPr>
            <a:lvl4pPr marL="828675" indent="-176530">
              <a:buFont typeface="Wingdings" panose="05000000000000000000" pitchFamily="2" charset="2"/>
              <a:buChar char=""/>
              <a:defRPr sz="1400" b="0"/>
            </a:lvl4pPr>
            <a:lvl5pPr marL="1024255" indent="-170180">
              <a:buFont typeface="Wingdings" panose="05000000000000000000" pitchFamily="2" charset="2"/>
              <a:buChar char=""/>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p:cNvSpPr>
            <a:spLocks noGrp="1"/>
          </p:cNvSpPr>
          <p:nvPr>
            <p:ph type="body" sz="quarter" idx="11"/>
          </p:nvPr>
        </p:nvSpPr>
        <p:spPr>
          <a:xfrm>
            <a:off x="6389914" y="1437481"/>
            <a:ext cx="5212080" cy="1649682"/>
          </a:xfrm>
        </p:spPr>
        <p:txBody>
          <a:bodyPr wrap="square">
            <a:spAutoFit/>
          </a:bodyPr>
          <a:lstStyle>
            <a:lvl1pPr marL="231775" indent="-231775">
              <a:spcBef>
                <a:spcPts val="1225"/>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355" indent="-171450">
              <a:buFont typeface="Wingdings" panose="05000000000000000000" pitchFamily="2" charset="2"/>
              <a:buChar char=""/>
              <a:defRPr sz="2000" b="0"/>
            </a:lvl2pPr>
            <a:lvl3pPr marL="640080" indent="-189230">
              <a:buFont typeface="Wingdings" panose="05000000000000000000" pitchFamily="2" charset="2"/>
              <a:buChar char=""/>
              <a:defRPr sz="1600" b="0"/>
            </a:lvl3pPr>
            <a:lvl4pPr marL="828675" indent="-176530">
              <a:buFont typeface="Wingdings" panose="05000000000000000000" pitchFamily="2" charset="2"/>
              <a:buChar char=""/>
              <a:defRPr sz="1400" b="0"/>
            </a:lvl4pPr>
            <a:lvl5pPr marL="1024255" indent="-170180">
              <a:buFont typeface="Wingdings" panose="05000000000000000000" pitchFamily="2" charset="2"/>
              <a:buChar char=""/>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Title format square photo layout </a:t>
            </a:r>
          </a:p>
        </p:txBody>
      </p:sp>
      <p:sp>
        <p:nvSpPr>
          <p:cNvPr id="4" name="Text Placeholder 3"/>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2305" indent="0">
              <a:buNone/>
              <a:defRPr/>
            </a:lvl4pPr>
            <a:lvl5pPr marL="855980" indent="0">
              <a:buNone/>
              <a:defRPr/>
            </a:lvl5pPr>
          </a:lstStyle>
          <a:p>
            <a:pPr lvl="0"/>
            <a:r>
              <a:rPr lang="en-US"/>
              <a:t>Click to edit Master text styles</a:t>
            </a:r>
          </a:p>
        </p:txBody>
      </p:sp>
      <p:sp>
        <p:nvSpPr>
          <p:cNvPr id="5" name="Picture Placeholde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Title  </a:t>
            </a:r>
          </a:p>
        </p:txBody>
      </p:sp>
      <p:sp>
        <p:nvSpPr>
          <p:cNvPr id="4" name="Picture Placeholde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smaller text</a:t>
            </a:r>
          </a:p>
        </p:txBody>
      </p:sp>
      <p:sp>
        <p:nvSpPr>
          <p:cNvPr id="4" name="Picture Placeholde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85216" y="3011827"/>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anose="020B0502040204020203" pitchFamily="34" charset="0"/>
              </a:defRPr>
            </a:lvl1pPr>
          </a:lstStyle>
          <a:p>
            <a:r>
              <a:rPr lang="en-US"/>
              <a:t>Demo title</a:t>
            </a:r>
          </a:p>
        </p:txBody>
      </p:sp>
      <p:sp>
        <p:nvSpPr>
          <p:cNvPr id="9" name="Text Placeholder 4"/>
          <p:cNvSpPr>
            <a:spLocks noGrp="1"/>
          </p:cNvSpPr>
          <p:nvPr>
            <p:ph type="body" sz="quarter" idx="12" hasCustomPrompt="1"/>
          </p:nvPr>
        </p:nvSpPr>
        <p:spPr>
          <a:xfrm>
            <a:off x="594594" y="36318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12" name="Picture 11"/>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anose="020B0502040204020203" pitchFamily="34" charset="0"/>
              </a:defRPr>
            </a:lvl1pPr>
          </a:lstStyle>
          <a:p>
            <a:r>
              <a:rPr lang="en-US"/>
              <a:t>Video</a:t>
            </a:r>
          </a:p>
        </p:txBody>
      </p:sp>
      <p:pic>
        <p:nvPicPr>
          <p:cNvPr id="6" name="Picture 5"/>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anose="020B0502040204020203" pitchFamily="34" charset="0"/>
              </a:defRPr>
            </a:lvl1pPr>
          </a:lstStyle>
          <a:p>
            <a:r>
              <a:rPr lang="en-US"/>
              <a:t>Section title</a:t>
            </a:r>
          </a:p>
        </p:txBody>
      </p:sp>
      <p:pic>
        <p:nvPicPr>
          <p:cNvPr id="6" name="Picture 5"/>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rgbClr val="F2F2F2"/>
        </a:solidFill>
        <a:effectLst/>
      </p:bgPr>
    </p:bg>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85216" y="3011819"/>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anose="020B0502040204020203" pitchFamily="34" charset="0"/>
              </a:defRPr>
            </a:lvl1pPr>
          </a:lstStyle>
          <a:p>
            <a:r>
              <a:rPr lang="en-US"/>
              <a:t>Demo title</a:t>
            </a:r>
          </a:p>
        </p:txBody>
      </p:sp>
      <p:sp>
        <p:nvSpPr>
          <p:cNvPr id="8" name="Text Placeholder 4"/>
          <p:cNvSpPr>
            <a:spLocks noGrp="1"/>
          </p:cNvSpPr>
          <p:nvPr>
            <p:ph type="body" sz="quarter" idx="12" hasCustomPrompt="1"/>
          </p:nvPr>
        </p:nvSpPr>
        <p:spPr>
          <a:xfrm>
            <a:off x="594594" y="3631794"/>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6" name="Picture 5"/>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anose="020B0502040204020203" pitchFamily="34" charset="0"/>
              </a:defRPr>
            </a:lvl1pPr>
          </a:lstStyle>
          <a:p>
            <a:r>
              <a:rPr lang="en-US"/>
              <a:t>Video</a:t>
            </a:r>
          </a:p>
        </p:txBody>
      </p:sp>
      <p:pic>
        <p:nvPicPr>
          <p:cNvPr id="4" name="Picture 3"/>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anose="020B0502040204020203" pitchFamily="34" charset="0"/>
              </a:defRPr>
            </a:lvl1pPr>
          </a:lstStyle>
          <a:p>
            <a:r>
              <a:rPr lang="en-US"/>
              <a:t>Section title</a:t>
            </a:r>
          </a:p>
        </p:txBody>
      </p:sp>
      <p:pic>
        <p:nvPicPr>
          <p:cNvPr id="5" name="Picture 4"/>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Software code slide</a:t>
            </a:r>
          </a:p>
        </p:txBody>
      </p:sp>
      <p:sp>
        <p:nvSpPr>
          <p:cNvPr id="5" name="Text Placeholder 4"/>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71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835"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705"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25"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logo slide_1">
    <p:bg>
      <p:bgPr>
        <a:solidFill>
          <a:srgbClr val="FFFFFF"/>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p:cNvPicPr>
            <a:picLocks noChangeAspect="1"/>
          </p:cNvPicPr>
          <p:nvPr userDrawn="1"/>
        </p:nvPicPr>
        <p:blipFill rotWithShape="1">
          <a:blip r:embed="rId2"/>
          <a:srcRect l="25163" t="-6474" r="8596" b="10240"/>
          <a:stretch>
            <a:fillRect/>
          </a:stretch>
        </p:blipFill>
        <p:spPr>
          <a:xfrm>
            <a:off x="0" y="361014"/>
            <a:ext cx="12192000" cy="6496986"/>
          </a:xfrm>
          <a:prstGeom prst="rect">
            <a:avLst/>
          </a:prstGeom>
        </p:spPr>
      </p:pic>
      <p:sp>
        <p:nvSpPr>
          <p:cNvPr id="4"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anose="020B0502040204020203" pitchFamily="34" charset="0"/>
              </a:defRPr>
            </a:lvl1pPr>
          </a:lstStyle>
          <a:p>
            <a:r>
              <a:rPr lang="en-US"/>
              <a:t>Click to add copy</a:t>
            </a:r>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_2">
    <p:bg>
      <p:bgPr>
        <a:solidFill>
          <a:srgbClr val="E6E6E6"/>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p:cNvPicPr>
            <a:picLocks noChangeAspect="1"/>
          </p:cNvPicPr>
          <p:nvPr userDrawn="1"/>
        </p:nvPicPr>
        <p:blipFill rotWithShape="1">
          <a:blip r:embed="rId2"/>
          <a:srcRect l="25163" t="-6474" r="8596" b="10240"/>
          <a:stretch>
            <a:fillRect/>
          </a:stretch>
        </p:blipFill>
        <p:spPr>
          <a:xfrm>
            <a:off x="0" y="361014"/>
            <a:ext cx="12192000" cy="6496986"/>
          </a:xfrm>
          <a:prstGeom prst="rect">
            <a:avLst/>
          </a:prstGeom>
        </p:spPr>
      </p:pic>
      <p:pic>
        <p:nvPicPr>
          <p:cNvPr id="5" name="Picture 4"/>
          <p:cNvPicPr>
            <a:picLocks noChangeAspect="1"/>
          </p:cNvPicPr>
          <p:nvPr userDrawn="1"/>
        </p:nvPicPr>
        <p:blipFill>
          <a:blip r:embed="rId3"/>
          <a:srcRect/>
          <a:stretch>
            <a:fillRect/>
          </a:stretch>
        </p:blipFill>
        <p:spPr>
          <a:xfrm>
            <a:off x="587376" y="595948"/>
            <a:ext cx="2132954" cy="402335"/>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_3">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p:cNvPicPr>
            <a:picLocks noChangeAspect="1"/>
          </p:cNvPicPr>
          <p:nvPr userDrawn="1"/>
        </p:nvPicPr>
        <p:blipFill rotWithShape="1">
          <a:blip r:embed="rId2"/>
          <a:srcRect l="25163" t="-6474" r="8596" b="10240"/>
          <a:stretch>
            <a:fillRect/>
          </a:stretch>
        </p:blipFill>
        <p:spPr>
          <a:xfrm>
            <a:off x="533400" y="729314"/>
            <a:ext cx="12192000" cy="6496986"/>
          </a:xfrm>
          <a:prstGeom prst="rect">
            <a:avLst/>
          </a:prstGeom>
        </p:spPr>
      </p:pic>
      <p:pic>
        <p:nvPicPr>
          <p:cNvPr id="5" name="Picture 4" descr="A picture containing food, drawing, plate&#10;&#10;Description automatically generated"/>
          <p:cNvPicPr>
            <a:picLocks noChangeAspect="1"/>
          </p:cNvPicPr>
          <p:nvPr userDrawn="1"/>
        </p:nvPicPr>
        <p:blipFill>
          <a:blip r:embed="rId3"/>
          <a:stretch>
            <a:fillRect/>
          </a:stretch>
        </p:blipFill>
        <p:spPr>
          <a:xfrm>
            <a:off x="587376" y="595948"/>
            <a:ext cx="2132954" cy="402336"/>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defRPr>
            </a:lvl1pPr>
          </a:lstStyle>
          <a:p>
            <a:r>
              <a:rPr lang="en-US"/>
              <a:t>Click to edit Master title style</a:t>
            </a:r>
          </a:p>
        </p:txBody>
      </p:sp>
      <p:sp>
        <p:nvSpPr>
          <p:cNvPr id="5" name="Text Placeholder 4"/>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anose="020B0604020202020204" pitchFamily="34" charset="0"/>
              <a:buNone/>
              <a:defRPr sz="3700" spc="-51" baseline="0">
                <a:gradFill>
                  <a:gsLst>
                    <a:gs pos="0">
                      <a:srgbClr val="000000"/>
                    </a:gs>
                    <a:gs pos="100000">
                      <a:srgbClr val="000000"/>
                    </a:gs>
                  </a:gsLst>
                  <a:lin ang="5400000" scaled="0"/>
                </a:gradFill>
                <a:effectLst/>
                <a:latin typeface="Segoe UI" panose="020B0502040204020203" pitchFamily="34" charset="0"/>
                <a:ea typeface="Segoe UI" panose="020B0502040204020203" pitchFamily="34" charset="0"/>
                <a:cs typeface="Segoe UI" panose="020B0502040204020203" pitchFamily="34" charset="0"/>
              </a:defRPr>
            </a:lvl1pPr>
          </a:lstStyle>
          <a:p>
            <a:pPr lvl="0"/>
            <a:r>
              <a:rPr lang="en-US"/>
              <a:t>Next:</a:t>
            </a:r>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close up of a logo&#10;&#10;Description automatically generated"/>
          <p:cNvPicPr>
            <a:picLocks noChangeAspect="1"/>
          </p:cNvPicPr>
          <p:nvPr userDrawn="1"/>
        </p:nvPicPr>
        <p:blipFill rotWithShape="1">
          <a:blip r:embed="rId2"/>
          <a:srcRect l="52143" t="22177" r="2188" b="7791"/>
          <a:stretch>
            <a:fillRect/>
          </a:stretch>
        </p:blipFill>
        <p:spPr>
          <a:xfrm>
            <a:off x="0" y="0"/>
            <a:ext cx="12192000" cy="6857999"/>
          </a:xfrm>
          <a:prstGeom prst="rect">
            <a:avLst/>
          </a:prstGeom>
        </p:spPr>
      </p:pic>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12" name="Text Placeholder 4"/>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8" name="Picture 7"/>
          <p:cNvPicPr>
            <a:picLocks noChangeAspect="1"/>
          </p:cNvPicPr>
          <p:nvPr userDrawn="1"/>
        </p:nvPicPr>
        <p:blipFill rotWithShape="1">
          <a:blip r:embed="rId2"/>
          <a:srcRect l="25667" r="8654" b="9964"/>
          <a:stretch>
            <a:fillRect/>
          </a:stretch>
        </p:blipFill>
        <p:spPr>
          <a:xfrm>
            <a:off x="-1" y="727289"/>
            <a:ext cx="12192001" cy="6130711"/>
          </a:xfrm>
          <a:prstGeom prst="rect">
            <a:avLst/>
          </a:prstGeom>
        </p:spPr>
      </p:pic>
      <p:pic>
        <p:nvPicPr>
          <p:cNvPr id="7" name="Picture 6"/>
          <p:cNvPicPr>
            <a:picLocks noChangeAspect="1"/>
          </p:cNvPicPr>
          <p:nvPr userDrawn="1"/>
        </p:nvPicPr>
        <p:blipFill>
          <a:blip r:embed="rId3"/>
          <a:srcRect/>
          <a:stretch>
            <a:fillRect/>
          </a:stretch>
        </p:blipFill>
        <p:spPr>
          <a:xfrm>
            <a:off x="587376" y="595948"/>
            <a:ext cx="2132954" cy="402335"/>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rcRect/>
          <a:stretch>
            <a:fillRect/>
          </a:stretch>
        </p:blipFill>
        <p:spPr>
          <a:xfrm>
            <a:off x="0" y="6017392"/>
            <a:ext cx="12192000" cy="257996"/>
          </a:xfrm>
          <a:prstGeom prst="rect">
            <a:avLst/>
          </a:prstGeom>
        </p:spPr>
      </p:pic>
      <p:sp>
        <p:nvSpPr>
          <p:cNvPr id="6" name="Title 1"/>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7" name="Text Placeholder 4"/>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8" name="Picture 7"/>
          <p:cNvPicPr>
            <a:picLocks noChangeAspect="1"/>
          </p:cNvPicPr>
          <p:nvPr userDrawn="1"/>
        </p:nvPicPr>
        <p:blipFill>
          <a:blip r:embed="rId3"/>
          <a:srcRect/>
          <a:stretch>
            <a:fillRect/>
          </a:stretch>
        </p:blipFill>
        <p:spPr>
          <a:xfrm>
            <a:off x="587376" y="595948"/>
            <a:ext cx="2132954" cy="402335"/>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2F2F2F"/>
        </a:solidFill>
        <a:effectLst/>
      </p:bgPr>
    </p:bg>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12" name="Text Placeholder 4"/>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Picture 5"/>
          <p:cNvPicPr>
            <a:picLocks noChangeAspect="1"/>
          </p:cNvPicPr>
          <p:nvPr userDrawn="1"/>
        </p:nvPicPr>
        <p:blipFill rotWithShape="1">
          <a:blip r:embed="rId2"/>
          <a:srcRect l="25667" r="8654" b="9964"/>
          <a:stretch>
            <a:fillRect/>
          </a:stretch>
        </p:blipFill>
        <p:spPr>
          <a:xfrm>
            <a:off x="-1" y="727289"/>
            <a:ext cx="12192001" cy="6130711"/>
          </a:xfrm>
          <a:prstGeom prst="rect">
            <a:avLst/>
          </a:prstGeom>
        </p:spPr>
      </p:pic>
      <p:pic>
        <p:nvPicPr>
          <p:cNvPr id="7" name="Picture 6"/>
          <p:cNvPicPr>
            <a:picLocks noChangeAspect="1"/>
          </p:cNvPicPr>
          <p:nvPr userDrawn="1"/>
        </p:nvPicPr>
        <p:blipFill>
          <a:blip r:embed="rId3"/>
          <a:srcRect/>
          <a:stretch>
            <a:fillRect/>
          </a:stretch>
        </p:blipFill>
        <p:spPr>
          <a:xfrm>
            <a:off x="587376" y="595948"/>
            <a:ext cx="2132954" cy="402335"/>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mp; Non-bulleted text">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2"/>
          <a:srcRect/>
          <a:stretch>
            <a:fillRect/>
          </a:stretch>
        </p:blipFill>
        <p:spPr>
          <a:xfrm>
            <a:off x="0" y="6017392"/>
            <a:ext cx="12192000" cy="257996"/>
          </a:xfrm>
          <a:prstGeom prst="rect">
            <a:avLst/>
          </a:prstGeom>
        </p:spPr>
      </p:pic>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amp; Non-bullete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5" name="Picture 4"/>
          <p:cNvPicPr>
            <a:picLocks noChangeAspect="1"/>
          </p:cNvPicPr>
          <p:nvPr userDrawn="1"/>
        </p:nvPicPr>
        <p:blipFill rotWithShape="1">
          <a:blip r:embed="rId2"/>
          <a:srcRect l="65068" r="3128" b="-2655"/>
          <a:stretch>
            <a:fillRect/>
          </a:stretch>
        </p:blipFill>
        <p:spPr>
          <a:xfrm rot="19139065">
            <a:off x="8891709" y="5698742"/>
            <a:ext cx="3877558" cy="264844"/>
          </a:xfrm>
          <a:prstGeom prst="rect">
            <a:avLst/>
          </a:prstGeom>
        </p:spPr>
      </p:pic>
      <p:sp>
        <p:nvSpPr>
          <p:cNvPr id="6" name="Rectangle 5"/>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7" name="Rectangle 6"/>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l" defTabSz="932180" fontAlgn="base">
              <a:spcBef>
                <a:spcPct val="0"/>
              </a:spcBef>
              <a:spcAft>
                <a:spcPct val="0"/>
              </a:spcAft>
            </a:pPr>
            <a:endParaRPr lang="en-US" sz="2000" err="1">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8"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p:cNvPicPr>
            <a:picLocks noChangeAspect="1"/>
          </p:cNvPicPr>
          <p:nvPr userDrawn="1"/>
        </p:nvPicPr>
        <p:blipFill>
          <a:blip r:embed="rId2"/>
          <a:srcRect/>
          <a:stretch>
            <a:fillRect/>
          </a:stretch>
        </p:blipFill>
        <p:spPr>
          <a:xfrm>
            <a:off x="0" y="6017392"/>
            <a:ext cx="12192000" cy="257996"/>
          </a:xfrm>
          <a:prstGeom prst="rect">
            <a:avLst/>
          </a:prstGeom>
        </p:spPr>
      </p:pic>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p:cNvPicPr>
            <a:picLocks noChangeAspect="1"/>
          </p:cNvPicPr>
          <p:nvPr userDrawn="1"/>
        </p:nvPicPr>
        <p:blipFill rotWithShape="1">
          <a:blip r:embed="rId2"/>
          <a:srcRect l="65068" r="3128" b="-2655"/>
          <a:stretch>
            <a:fillRect/>
          </a:stretch>
        </p:blipFill>
        <p:spPr>
          <a:xfrm rot="19139065">
            <a:off x="8891709" y="5698742"/>
            <a:ext cx="3877558" cy="264844"/>
          </a:xfrm>
          <a:prstGeom prst="rect">
            <a:avLst/>
          </a:prstGeom>
        </p:spPr>
      </p:pic>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5"/>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905" indent="0">
              <a:buFont typeface="Wingdings" panose="05000000000000000000" pitchFamily="2" charset="2"/>
              <a:buNone/>
              <a:defRPr sz="2000" b="0"/>
            </a:lvl2pPr>
            <a:lvl3pPr marL="450850" indent="0">
              <a:buFont typeface="Wingdings" panose="05000000000000000000" pitchFamily="2" charset="2"/>
              <a:buNone/>
              <a:defRPr sz="1600" b="0"/>
            </a:lvl3pPr>
            <a:lvl4pPr marL="652145"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p:cNvSpPr>
            <a:spLocks noGrp="1"/>
          </p:cNvSpPr>
          <p:nvPr>
            <p:ph type="body" sz="quarter" idx="12"/>
          </p:nvPr>
        </p:nvSpPr>
        <p:spPr>
          <a:xfrm>
            <a:off x="6397171" y="1435100"/>
            <a:ext cx="5212080" cy="1649682"/>
          </a:xfrm>
        </p:spPr>
        <p:txBody>
          <a:bodyPr wrap="square">
            <a:spAutoFit/>
          </a:bodyPr>
          <a:lstStyle>
            <a:lvl1pPr marL="0" indent="0">
              <a:spcBef>
                <a:spcPts val="1225"/>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905" indent="0">
              <a:buFont typeface="Wingdings" panose="05000000000000000000" pitchFamily="2" charset="2"/>
              <a:buNone/>
              <a:defRPr sz="2000" b="0"/>
            </a:lvl2pPr>
            <a:lvl3pPr marL="450850" indent="0">
              <a:buFont typeface="Wingdings" panose="05000000000000000000" pitchFamily="2" charset="2"/>
              <a:buNone/>
              <a:defRPr sz="1600" b="0"/>
            </a:lvl3pPr>
            <a:lvl4pPr marL="652145"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5"/>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355" indent="-171450">
              <a:buFont typeface="Wingdings" panose="05000000000000000000" pitchFamily="2" charset="2"/>
              <a:buChar char=""/>
              <a:defRPr sz="2000" b="0"/>
            </a:lvl2pPr>
            <a:lvl3pPr marL="640080" indent="-189230">
              <a:buFont typeface="Wingdings" panose="05000000000000000000" pitchFamily="2" charset="2"/>
              <a:buChar char=""/>
              <a:defRPr sz="1600" b="0"/>
            </a:lvl3pPr>
            <a:lvl4pPr marL="828675" indent="-176530">
              <a:buFont typeface="Wingdings" panose="05000000000000000000" pitchFamily="2" charset="2"/>
              <a:buChar char=""/>
              <a:defRPr sz="1400" b="0"/>
            </a:lvl4pPr>
            <a:lvl5pPr marL="1024255" indent="-170180">
              <a:buFont typeface="Wingdings" panose="05000000000000000000" pitchFamily="2" charset="2"/>
              <a:buChar char=""/>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p:cNvSpPr>
            <a:spLocks noGrp="1"/>
          </p:cNvSpPr>
          <p:nvPr>
            <p:ph type="body" sz="quarter" idx="11"/>
          </p:nvPr>
        </p:nvSpPr>
        <p:spPr>
          <a:xfrm>
            <a:off x="6389914" y="1437481"/>
            <a:ext cx="5212080" cy="1649682"/>
          </a:xfrm>
        </p:spPr>
        <p:txBody>
          <a:bodyPr wrap="square">
            <a:spAutoFit/>
          </a:bodyPr>
          <a:lstStyle>
            <a:lvl1pPr marL="231775" indent="-231775">
              <a:spcBef>
                <a:spcPts val="1225"/>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355" indent="-171450">
              <a:buFont typeface="Wingdings" panose="05000000000000000000" pitchFamily="2" charset="2"/>
              <a:buChar char=""/>
              <a:defRPr sz="2000" b="0"/>
            </a:lvl2pPr>
            <a:lvl3pPr marL="640080" indent="-189230">
              <a:buFont typeface="Wingdings" panose="05000000000000000000" pitchFamily="2" charset="2"/>
              <a:buChar char=""/>
              <a:defRPr sz="1600" b="0"/>
            </a:lvl3pPr>
            <a:lvl4pPr marL="828675" indent="-176530">
              <a:buFont typeface="Wingdings" panose="05000000000000000000" pitchFamily="2" charset="2"/>
              <a:buChar char=""/>
              <a:defRPr sz="1400" b="0"/>
            </a:lvl4pPr>
            <a:lvl5pPr marL="1024255" indent="-170180">
              <a:buFont typeface="Wingdings" panose="05000000000000000000" pitchFamily="2" charset="2"/>
              <a:buChar char=""/>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with gri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mall title - half page">
    <p:bg>
      <p:bgPr>
        <a:solidFill>
          <a:schemeClr val="bg1"/>
        </a:solidFill>
        <a:effectLst/>
      </p:bgPr>
    </p:bg>
    <p:spTree>
      <p:nvGrpSpPr>
        <p:cNvPr id="1" name=""/>
        <p:cNvGrpSpPr/>
        <p:nvPr/>
      </p:nvGrpSpPr>
      <p:grpSpPr>
        <a:xfrm>
          <a:off x="0" y="0"/>
          <a:ext cx="0" cy="0"/>
          <a:chOff x="0" y="0"/>
          <a:chExt cx="0" cy="0"/>
        </a:xfrm>
      </p:grpSpPr>
      <p:sp>
        <p:nvSpPr>
          <p:cNvPr id="2" name="Title 2"/>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Title format square photo layout </a:t>
            </a:r>
          </a:p>
        </p:txBody>
      </p:sp>
      <p:sp>
        <p:nvSpPr>
          <p:cNvPr id="4" name="Text Placeholder 3"/>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2305" indent="0">
              <a:buNone/>
              <a:defRPr/>
            </a:lvl4pPr>
            <a:lvl5pPr marL="855980" indent="0">
              <a:buNone/>
              <a:defRPr/>
            </a:lvl5pPr>
          </a:lstStyle>
          <a:p>
            <a:pPr lvl="0"/>
            <a:r>
              <a:rPr lang="en-US"/>
              <a:t>Edit Master text styles</a:t>
            </a:r>
          </a:p>
        </p:txBody>
      </p:sp>
      <p:sp>
        <p:nvSpPr>
          <p:cNvPr id="5" name="Picture Placeholde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Title  </a:t>
            </a:r>
          </a:p>
        </p:txBody>
      </p:sp>
      <p:sp>
        <p:nvSpPr>
          <p:cNvPr id="4" name="Picture Placeholde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smaller text</a:t>
            </a:r>
          </a:p>
        </p:txBody>
      </p:sp>
      <p:sp>
        <p:nvSpPr>
          <p:cNvPr id="4" name="Picture Placeholde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85216" y="2985450"/>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anose="020B0502040204020203" pitchFamily="34" charset="0"/>
              </a:defRPr>
            </a:lvl1pPr>
          </a:lstStyle>
          <a:p>
            <a:r>
              <a:rPr lang="en-US"/>
              <a:t>Demo title</a:t>
            </a:r>
          </a:p>
        </p:txBody>
      </p:sp>
      <p:sp>
        <p:nvSpPr>
          <p:cNvPr id="7" name="Text Placeholder 4"/>
          <p:cNvSpPr>
            <a:spLocks noGrp="1"/>
          </p:cNvSpPr>
          <p:nvPr>
            <p:ph type="body" sz="quarter" idx="12" hasCustomPrompt="1"/>
          </p:nvPr>
        </p:nvSpPr>
        <p:spPr>
          <a:xfrm>
            <a:off x="599283" y="3605425"/>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pic>
        <p:nvPicPr>
          <p:cNvPr id="5" name="Picture 4"/>
          <p:cNvPicPr>
            <a:picLocks noChangeAspect="1"/>
          </p:cNvPicPr>
          <p:nvPr userDrawn="1"/>
        </p:nvPicPr>
        <p:blipFill rotWithShape="1">
          <a:blip r:embed="rId2"/>
          <a:srcRect l="493" r="9553" b="6008"/>
          <a:stretch>
            <a:fillRect/>
          </a:stretch>
        </p:blipFill>
        <p:spPr>
          <a:xfrm>
            <a:off x="-1" y="2184934"/>
            <a:ext cx="12192001" cy="4673066"/>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anose="020B0502040204020203" pitchFamily="34" charset="0"/>
              </a:defRPr>
            </a:lvl1pPr>
          </a:lstStyle>
          <a:p>
            <a:r>
              <a:rPr lang="en-US"/>
              <a:t>Video</a:t>
            </a:r>
          </a:p>
        </p:txBody>
      </p:sp>
      <p:pic>
        <p:nvPicPr>
          <p:cNvPr id="6" name="Picture 5"/>
          <p:cNvPicPr>
            <a:picLocks noChangeAspect="1"/>
          </p:cNvPicPr>
          <p:nvPr userDrawn="1"/>
        </p:nvPicPr>
        <p:blipFill rotWithShape="1">
          <a:blip r:embed="rId2"/>
          <a:srcRect l="493" r="9553" b="6008"/>
          <a:stretch>
            <a:fillRect/>
          </a:stretch>
        </p:blipFill>
        <p:spPr>
          <a:xfrm>
            <a:off x="-1" y="2184934"/>
            <a:ext cx="12192001" cy="4673066"/>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anose="020B0502040204020203" pitchFamily="34" charset="0"/>
              </a:defRPr>
            </a:lvl1pPr>
          </a:lstStyle>
          <a:p>
            <a:r>
              <a:rPr lang="en-US"/>
              <a:t>Section title</a:t>
            </a:r>
          </a:p>
        </p:txBody>
      </p:sp>
      <p:pic>
        <p:nvPicPr>
          <p:cNvPr id="5" name="Picture 4"/>
          <p:cNvPicPr>
            <a:picLocks noChangeAspect="1"/>
          </p:cNvPicPr>
          <p:nvPr userDrawn="1"/>
        </p:nvPicPr>
        <p:blipFill rotWithShape="1">
          <a:blip r:embed="rId2"/>
          <a:srcRect l="493" r="9553" b="6008"/>
          <a:stretch>
            <a:fillRect/>
          </a:stretch>
        </p:blipFill>
        <p:spPr>
          <a:xfrm>
            <a:off x="-1" y="2184934"/>
            <a:ext cx="12192001" cy="4673066"/>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85216" y="2533527"/>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anose="020B0502040204020203" pitchFamily="34" charset="0"/>
              </a:defRPr>
            </a:lvl1pPr>
          </a:lstStyle>
          <a:p>
            <a:r>
              <a:rPr lang="en-US"/>
              <a:t>Demo title</a:t>
            </a:r>
          </a:p>
        </p:txBody>
      </p:sp>
      <p:sp>
        <p:nvSpPr>
          <p:cNvPr id="8" name="Text Placeholder 4"/>
          <p:cNvSpPr>
            <a:spLocks noGrp="1"/>
          </p:cNvSpPr>
          <p:nvPr>
            <p:ph type="body" sz="quarter" idx="12" hasCustomPrompt="1"/>
          </p:nvPr>
        </p:nvSpPr>
        <p:spPr>
          <a:xfrm>
            <a:off x="585216" y="31535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a:t>Speaker name</a:t>
            </a:r>
          </a:p>
        </p:txBody>
      </p:sp>
      <p:pic>
        <p:nvPicPr>
          <p:cNvPr id="6" name="Picture 5"/>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anose="020B0502040204020203" pitchFamily="34" charset="0"/>
              </a:defRPr>
            </a:lvl1pPr>
          </a:lstStyle>
          <a:p>
            <a:r>
              <a:rPr lang="en-US"/>
              <a:t>Video</a:t>
            </a:r>
          </a:p>
        </p:txBody>
      </p:sp>
      <p:pic>
        <p:nvPicPr>
          <p:cNvPr id="4" name="Picture 3"/>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anose="020B0502040204020203" pitchFamily="34" charset="0"/>
              </a:defRPr>
            </a:lvl1pPr>
          </a:lstStyle>
          <a:p>
            <a:r>
              <a:rPr lang="en-US"/>
              <a:t>Section title</a:t>
            </a:r>
          </a:p>
        </p:txBody>
      </p:sp>
      <p:pic>
        <p:nvPicPr>
          <p:cNvPr id="5" name="Picture 4"/>
          <p:cNvPicPr>
            <a:picLocks noChangeAspect="1"/>
          </p:cNvPicPr>
          <p:nvPr userDrawn="1"/>
        </p:nvPicPr>
        <p:blipFill rotWithShape="1">
          <a:blip r:embed="rId2"/>
          <a:srcRect l="28" t="-2689" r="9556" b="6157"/>
          <a:stretch>
            <a:fillRect/>
          </a:stretch>
        </p:blipFill>
        <p:spPr>
          <a:xfrm>
            <a:off x="0" y="2083350"/>
            <a:ext cx="12192000" cy="4774650"/>
          </a:xfrm>
          <a:prstGeom prst="rect">
            <a:avLst/>
          </a:prstGeom>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a:t>Software code slide</a:t>
            </a:r>
          </a:p>
        </p:txBody>
      </p:sp>
      <p:sp>
        <p:nvSpPr>
          <p:cNvPr id="5" name="Text Placeholder 4"/>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71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835"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705"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25"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anose="020B0502040204020203" pitchFamily="34" charset="0"/>
                <a:ea typeface="Segoe UI" panose="020B0502040204020203" pitchFamily="34" charset="0"/>
                <a:cs typeface="Segoe UI" panose="020B0502040204020203" pitchFamily="34" charset="0"/>
              </a:defRPr>
            </a:lvl1pPr>
          </a:lstStyle>
          <a:p>
            <a:r>
              <a:rPr lang="en-US"/>
              <a:t>Click to edit Master title style</a:t>
            </a:r>
          </a:p>
        </p:txBody>
      </p:sp>
      <p:sp>
        <p:nvSpPr>
          <p:cNvPr id="5" name="Text Placeholder 4"/>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anose="020B0604020202020204" pitchFamily="34" charset="0"/>
              <a:buNone/>
              <a:defRPr sz="3700" spc="-51" baseline="0">
                <a:gradFill>
                  <a:gsLst>
                    <a:gs pos="0">
                      <a:srgbClr val="000000"/>
                    </a:gs>
                    <a:gs pos="100000">
                      <a:srgbClr val="000000"/>
                    </a:gs>
                  </a:gsLst>
                  <a:lin ang="5400000" scaled="0"/>
                </a:gradFill>
                <a:effectLst/>
                <a:latin typeface="Segoe UI" panose="020B0502040204020203" pitchFamily="34" charset="0"/>
                <a:ea typeface="Segoe UI" panose="020B0502040204020203" pitchFamily="34" charset="0"/>
                <a:cs typeface="Segoe UI" panose="020B0502040204020203" pitchFamily="34" charset="0"/>
              </a:defRPr>
            </a:lvl1pPr>
          </a:lstStyle>
          <a:p>
            <a:pPr lvl="0"/>
            <a:r>
              <a:rPr lang="en-US"/>
              <a:t>Next:</a:t>
            </a:r>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815"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anose="020B0502040204020203" pitchFamily="34" charset="0"/>
              </a:defRPr>
            </a:lvl1pPr>
          </a:lstStyle>
          <a:p>
            <a:r>
              <a:rPr lang="en-US"/>
              <a:t>Click to add copy</a:t>
            </a:r>
          </a:p>
        </p:txBody>
      </p:sp>
      <p:pic>
        <p:nvPicPr>
          <p:cNvPr id="5" name="Picture 4" descr="A close up of a logo&#10;&#10;Description automatically generated"/>
          <p:cNvPicPr>
            <a:picLocks noChangeAspect="1"/>
          </p:cNvPicPr>
          <p:nvPr userDrawn="1"/>
        </p:nvPicPr>
        <p:blipFill rotWithShape="1">
          <a:blip r:embed="rId2"/>
          <a:srcRect l="25754" t="-137" r="8703" b="10286"/>
          <a:stretch>
            <a:fillRect/>
          </a:stretch>
        </p:blipFill>
        <p:spPr>
          <a:xfrm>
            <a:off x="0" y="727289"/>
            <a:ext cx="12192000" cy="6130711"/>
          </a:xfrm>
          <a:prstGeom prst="rect">
            <a:avLst/>
          </a:prstGeom>
        </p:spPr>
      </p:pic>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losing logo slide">
    <p:bg>
      <p:bgPr>
        <a:solidFill>
          <a:schemeClr val="bg1"/>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p:cNvPicPr>
            <a:picLocks noChangeAspect="1"/>
          </p:cNvPicPr>
          <p:nvPr userDrawn="1"/>
        </p:nvPicPr>
        <p:blipFill rotWithShape="1">
          <a:blip r:embed="rId2"/>
          <a:srcRect l="25754" t="-137" r="8703" b="10286"/>
          <a:stretch>
            <a:fillRect/>
          </a:stretch>
        </p:blipFill>
        <p:spPr>
          <a:xfrm>
            <a:off x="0" y="727289"/>
            <a:ext cx="12192000" cy="6130711"/>
          </a:xfrm>
          <a:prstGeom prst="rect">
            <a:avLst/>
          </a:prstGeom>
        </p:spPr>
      </p:pic>
      <p:pic>
        <p:nvPicPr>
          <p:cNvPr id="6" name="Picture 5"/>
          <p:cNvPicPr>
            <a:picLocks noChangeAspect="1"/>
          </p:cNvPicPr>
          <p:nvPr userDrawn="1"/>
        </p:nvPicPr>
        <p:blipFill>
          <a:blip r:embed="rId3"/>
          <a:srcRect/>
          <a:stretch>
            <a:fillRect/>
          </a:stretch>
        </p:blipFill>
        <p:spPr>
          <a:xfrm>
            <a:off x="587376" y="595948"/>
            <a:ext cx="2132954" cy="402335"/>
          </a:xfrm>
          <a:prstGeom prst="rect">
            <a:avLst/>
          </a:prstGeom>
        </p:spPr>
      </p:pic>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losing logo slide">
    <p:bg>
      <p:bgPr>
        <a:solidFill>
          <a:schemeClr val="bg2"/>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p:cNvPicPr>
            <a:picLocks noChangeAspect="1"/>
          </p:cNvPicPr>
          <p:nvPr userDrawn="1"/>
        </p:nvPicPr>
        <p:blipFill rotWithShape="1">
          <a:blip r:embed="rId2"/>
          <a:srcRect l="25754" t="-137" r="8703" b="10286"/>
          <a:stretch>
            <a:fillRect/>
          </a:stretch>
        </p:blipFill>
        <p:spPr>
          <a:xfrm>
            <a:off x="0" y="727289"/>
            <a:ext cx="12192000" cy="6130711"/>
          </a:xfrm>
          <a:prstGeom prst="rect">
            <a:avLst/>
          </a:prstGeom>
        </p:spPr>
      </p:pic>
      <p:pic>
        <p:nvPicPr>
          <p:cNvPr id="6" name="Picture 5"/>
          <p:cNvPicPr>
            <a:picLocks noChangeAspect="1"/>
          </p:cNvPicPr>
          <p:nvPr userDrawn="1"/>
        </p:nvPicPr>
        <p:blipFill>
          <a:blip r:embed="rId3"/>
          <a:srcRect/>
          <a:stretch>
            <a:fillRect/>
          </a:stretch>
        </p:blipFill>
        <p:spPr>
          <a:xfrm>
            <a:off x="587376" y="595948"/>
            <a:ext cx="2132954" cy="402335"/>
          </a:xfrm>
          <a:prstGeom prst="rect">
            <a:avLst/>
          </a:prstGeom>
        </p:spPr>
      </p:pic>
    </p:spTree>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image" Target="../media/image1.emf"/><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p:cNvPicPr>
            <a:picLocks noChangeAspect="1"/>
          </p:cNvPicPr>
          <p:nvPr userDrawn="1"/>
        </p:nvPicPr>
        <p:blipFill rotWithShape="1">
          <a:blip r:embed="rId34"/>
          <a:srcRect l="762"/>
          <a:stretch>
            <a:fillRect/>
          </a:stretch>
        </p:blipFill>
        <p:spPr>
          <a:xfrm rot="5400000">
            <a:off x="9455831" y="2843773"/>
            <a:ext cx="6858000" cy="117045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p:cNvGrpSpPr/>
          <p:nvPr userDrawn="1"/>
        </p:nvGrpSpPr>
        <p:grpSpPr>
          <a:xfrm>
            <a:off x="0" y="0"/>
            <a:ext cx="12192000" cy="6858000"/>
            <a:chOff x="0" y="0"/>
            <a:chExt cx="12192000" cy="6858000"/>
          </a:xfrm>
        </p:grpSpPr>
        <p:cxnSp>
          <p:nvCxnSpPr>
            <p:cNvPr id="7" name="Straight Connector 6"/>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sp>
        <p:nvSpPr>
          <p:cNvPr id="35" name=".32 square" hidden="1"/>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noAutofit/>
          </a:bodyPr>
          <a:lstStyle/>
          <a:p>
            <a:pPr algn="ctr" defTabSz="932180"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anose="020B0502040204020203" pitchFamily="34" charset="0"/>
              <a:cs typeface="Segoe UI" panose="020B0502040204020203"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p:cNvPicPr>
            <a:picLocks noChangeAspect="1"/>
          </p:cNvPicPr>
          <p:nvPr userDrawn="1"/>
        </p:nvPicPr>
        <p:blipFill rotWithShape="1">
          <a:blip r:embed="rId32"/>
          <a:srcRect l="762"/>
          <a:stretch>
            <a:fillRect/>
          </a:stretch>
        </p:blipFill>
        <p:spPr>
          <a:xfrm rot="5400000">
            <a:off x="9455831" y="2843773"/>
            <a:ext cx="6858000" cy="1170455"/>
          </a:xfrm>
          <a:prstGeom prst="rect">
            <a:avLst/>
          </a:prstGeom>
        </p:spPr>
      </p:pic>
    </p:spTree>
  </p:cSld>
  <p:clrMap bg1="dk1" tx1="lt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708" r:id="rId27"/>
    <p:sldLayoutId id="2147483709" r:id="rId28"/>
    <p:sldLayoutId id="2147483710" r:id="rId29"/>
    <p:sldLayoutId id="2147483711" r:id="rId30"/>
  </p:sldLayoutIdLst>
  <p:transition>
    <p:fade/>
  </p:transition>
  <p:hf sldNum="0" hdr="0" ftr="0" dt="0"/>
  <p:txStyles>
    <p:titleStyle>
      <a:lvl1pPr algn="l" defTabSz="932815"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anose="020B0502040204020203" pitchFamily="34" charset="0"/>
        </a:defRPr>
      </a:lvl1pPr>
    </p:titleStyle>
    <p:bodyStyle>
      <a:lvl1pPr marL="2286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600" kern="1200" spc="0" baseline="0">
          <a:gradFill>
            <a:gsLst>
              <a:gs pos="1250">
                <a:schemeClr val="tx1"/>
              </a:gs>
              <a:gs pos="100000">
                <a:schemeClr val="tx1"/>
              </a:gs>
            </a:gsLst>
            <a:lin ang="5400000" scaled="0"/>
          </a:gradFill>
          <a:latin typeface="+mn-lt"/>
          <a:ea typeface="+mn-ea"/>
          <a:cs typeface="+mn-cs"/>
        </a:defRPr>
      </a:lvl3pPr>
      <a:lvl4pPr marL="843280" marR="0" indent="-1809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4pPr>
      <a:lvl5pPr marL="1024255" marR="0" indent="-168275" algn="l" defTabSz="932815" rtl="0" eaLnBrk="1" fontAlgn="auto" latinLnBrk="0" hangingPunct="1">
        <a:lnSpc>
          <a:spcPct val="100000"/>
        </a:lnSpc>
        <a:spcBef>
          <a:spcPct val="20000"/>
        </a:spcBef>
        <a:spcAft>
          <a:spcPts val="0"/>
        </a:spcAft>
        <a:buClrTx/>
        <a:buSzPct val="90000"/>
        <a:buFont typeface="Wingdings" panose="05000000000000000000" pitchFamily="2" charset="2"/>
        <a:buChar char=""/>
        <a:defRPr sz="1400" kern="1200" spc="0" baseline="0">
          <a:gradFill>
            <a:gsLst>
              <a:gs pos="1250">
                <a:schemeClr val="tx1"/>
              </a:gs>
              <a:gs pos="100000">
                <a:schemeClr val="tx1"/>
              </a:gs>
            </a:gsLst>
            <a:lin ang="5400000" scaled="0"/>
          </a:gradFill>
          <a:latin typeface="+mn-lt"/>
          <a:ea typeface="+mn-ea"/>
          <a:cs typeface="+mn-cs"/>
        </a:defRPr>
      </a:lvl5pPr>
      <a:lvl6pPr marL="256476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9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580"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305" indent="-233045" algn="l" defTabSz="93281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815" rtl="0" eaLnBrk="1" latinLnBrk="0" hangingPunct="1">
        <a:defRPr sz="1800" kern="1200">
          <a:solidFill>
            <a:schemeClr val="tx1"/>
          </a:solidFill>
          <a:latin typeface="+mn-lt"/>
          <a:ea typeface="+mn-ea"/>
          <a:cs typeface="+mn-cs"/>
        </a:defRPr>
      </a:lvl1pPr>
      <a:lvl2pPr marL="466090" algn="l" defTabSz="932815" rtl="0" eaLnBrk="1" latinLnBrk="0" hangingPunct="1">
        <a:defRPr sz="1800" kern="1200">
          <a:solidFill>
            <a:schemeClr val="tx1"/>
          </a:solidFill>
          <a:latin typeface="+mn-lt"/>
          <a:ea typeface="+mn-ea"/>
          <a:cs typeface="+mn-cs"/>
        </a:defRPr>
      </a:lvl2pPr>
      <a:lvl3pPr marL="932815" algn="l" defTabSz="932815" rtl="0" eaLnBrk="1" latinLnBrk="0" hangingPunct="1">
        <a:defRPr sz="1800" kern="1200">
          <a:solidFill>
            <a:schemeClr val="tx1"/>
          </a:solidFill>
          <a:latin typeface="+mn-lt"/>
          <a:ea typeface="+mn-ea"/>
          <a:cs typeface="+mn-cs"/>
        </a:defRPr>
      </a:lvl3pPr>
      <a:lvl4pPr marL="1398905" algn="l" defTabSz="932815" rtl="0" eaLnBrk="1" latinLnBrk="0" hangingPunct="1">
        <a:defRPr sz="1800" kern="1200">
          <a:solidFill>
            <a:schemeClr val="tx1"/>
          </a:solidFill>
          <a:latin typeface="+mn-lt"/>
          <a:ea typeface="+mn-ea"/>
          <a:cs typeface="+mn-cs"/>
        </a:defRPr>
      </a:lvl4pPr>
      <a:lvl5pPr marL="1865630" algn="l" defTabSz="932815" rtl="0" eaLnBrk="1" latinLnBrk="0" hangingPunct="1">
        <a:defRPr sz="1800" kern="1200">
          <a:solidFill>
            <a:schemeClr val="tx1"/>
          </a:solidFill>
          <a:latin typeface="+mn-lt"/>
          <a:ea typeface="+mn-ea"/>
          <a:cs typeface="+mn-cs"/>
        </a:defRPr>
      </a:lvl5pPr>
      <a:lvl6pPr marL="2331720" algn="l" defTabSz="932815" rtl="0" eaLnBrk="1" latinLnBrk="0" hangingPunct="1">
        <a:defRPr sz="1800" kern="1200">
          <a:solidFill>
            <a:schemeClr val="tx1"/>
          </a:solidFill>
          <a:latin typeface="+mn-lt"/>
          <a:ea typeface="+mn-ea"/>
          <a:cs typeface="+mn-cs"/>
        </a:defRPr>
      </a:lvl6pPr>
      <a:lvl7pPr marL="2798445" algn="l" defTabSz="932815" rtl="0" eaLnBrk="1" latinLnBrk="0" hangingPunct="1">
        <a:defRPr sz="1800" kern="1200">
          <a:solidFill>
            <a:schemeClr val="tx1"/>
          </a:solidFill>
          <a:latin typeface="+mn-lt"/>
          <a:ea typeface="+mn-ea"/>
          <a:cs typeface="+mn-cs"/>
        </a:defRPr>
      </a:lvl7pPr>
      <a:lvl8pPr marL="3264535" algn="l" defTabSz="932815" rtl="0" eaLnBrk="1" latinLnBrk="0" hangingPunct="1">
        <a:defRPr sz="1800" kern="1200">
          <a:solidFill>
            <a:schemeClr val="tx1"/>
          </a:solidFill>
          <a:latin typeface="+mn-lt"/>
          <a:ea typeface="+mn-ea"/>
          <a:cs typeface="+mn-cs"/>
        </a:defRPr>
      </a:lvl8pPr>
      <a:lvl9pPr marL="3731260" algn="l" defTabSz="93281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9.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4200" y="1894907"/>
            <a:ext cx="6637867" cy="1107996"/>
          </a:xfrm>
        </p:spPr>
        <p:txBody>
          <a:bodyPr/>
          <a:lstStyle/>
          <a:p>
            <a:r>
              <a:rPr lang="en-US" dirty="0"/>
              <a:t>Introduction to Git and GitHub | Open-Source Contributions</a:t>
            </a:r>
          </a:p>
        </p:txBody>
      </p:sp>
      <p:sp>
        <p:nvSpPr>
          <p:cNvPr id="5" name="Text Placeholder 4"/>
          <p:cNvSpPr>
            <a:spLocks noGrp="1"/>
          </p:cNvSpPr>
          <p:nvPr>
            <p:ph type="body" sz="quarter" idx="12"/>
          </p:nvPr>
        </p:nvSpPr>
        <p:spPr>
          <a:xfrm>
            <a:off x="414020" y="4311218"/>
            <a:ext cx="6655646" cy="923290"/>
          </a:xfrm>
        </p:spPr>
        <p:txBody>
          <a:bodyPr vert="horz" wrap="square" lIns="0" tIns="0" rIns="0" bIns="0" rtlCol="0" anchor="t">
            <a:spAutoFit/>
          </a:bodyPr>
          <a:lstStyle/>
          <a:p>
            <a:r>
              <a:rPr lang="en-US" dirty="0">
                <a:cs typeface="Segoe UI" panose="020B0502040204020203"/>
              </a:rPr>
              <a:t>J NARESH KUMAR</a:t>
            </a:r>
          </a:p>
          <a:p>
            <a:endParaRPr lang="en-US" dirty="0">
              <a:cs typeface="Segoe UI" panose="020B0502040204020203"/>
            </a:endParaRPr>
          </a:p>
          <a:p>
            <a:r>
              <a:rPr lang="en-US" b="1" dirty="0">
                <a:cs typeface="Segoe UI" panose="020B0502040204020203"/>
              </a:rPr>
              <a:t>Microsoft Learn Student Ambassadors</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3" y="204716"/>
            <a:ext cx="11018520" cy="586854"/>
          </a:xfrm>
        </p:spPr>
        <p:txBody>
          <a:bodyPr/>
          <a:lstStyle/>
          <a:p>
            <a:r>
              <a:rPr lang="en-US" dirty="0">
                <a:cs typeface="Segoe UI" panose="020B0502040204020203"/>
              </a:rPr>
              <a:t>Agenda</a:t>
            </a:r>
            <a:endParaRPr lang="en-US" dirty="0"/>
          </a:p>
        </p:txBody>
      </p:sp>
      <p:sp>
        <p:nvSpPr>
          <p:cNvPr id="6" name="Text Placeholder 5"/>
          <p:cNvSpPr>
            <a:spLocks noGrp="1"/>
          </p:cNvSpPr>
          <p:nvPr>
            <p:ph type="body" sz="quarter" idx="10"/>
          </p:nvPr>
        </p:nvSpPr>
        <p:spPr>
          <a:xfrm>
            <a:off x="613686" y="1037230"/>
            <a:ext cx="11018520" cy="4913194"/>
          </a:xfrm>
        </p:spPr>
        <p:txBody>
          <a:bodyPr vert="horz" wrap="square" lIns="0" tIns="0" rIns="0" bIns="0" rtlCol="0" anchor="t">
            <a:spAutoFit/>
          </a:bodyPr>
          <a:lstStyle/>
          <a:p>
            <a:pPr marL="457200" indent="-457200">
              <a:buFont typeface="Wingdings" panose="05000000000000000000" pitchFamily="2" charset="2"/>
              <a:buChar char="q"/>
            </a:pPr>
            <a:r>
              <a:rPr lang="en-US" sz="2000" dirty="0">
                <a:solidFill>
                  <a:schemeClr val="tx1"/>
                </a:solidFill>
                <a:latin typeface="Segoe UI Semilight" panose="020B0402040204020203"/>
                <a:cs typeface="Segoe UI Semilight" panose="020B0402040204020203"/>
              </a:rPr>
              <a:t>Version Control Systems and its types</a:t>
            </a:r>
          </a:p>
          <a:p>
            <a:pPr marL="457200" indent="-457200">
              <a:buFont typeface="Wingdings" panose="05000000000000000000" pitchFamily="2" charset="2"/>
              <a:buChar char="q"/>
            </a:pPr>
            <a:endParaRPr lang="en-US" sz="2000" dirty="0">
              <a:solidFill>
                <a:schemeClr val="tx1"/>
              </a:solidFill>
              <a:latin typeface="Segoe UI Semilight" panose="020B0402040204020203"/>
              <a:cs typeface="Segoe UI Semilight" panose="020B0402040204020203"/>
            </a:endParaRPr>
          </a:p>
          <a:p>
            <a:pPr marL="457200" indent="-457200">
              <a:buFont typeface="Wingdings" panose="05000000000000000000" pitchFamily="2" charset="2"/>
              <a:buChar char="q"/>
            </a:pPr>
            <a:r>
              <a:rPr lang="en-US" sz="2000" dirty="0">
                <a:solidFill>
                  <a:schemeClr val="tx1"/>
                </a:solidFill>
                <a:latin typeface="Segoe UI Semilight" panose="020B0402040204020203"/>
                <a:cs typeface="Segoe UI Semilight" panose="020B0402040204020203"/>
              </a:rPr>
              <a:t>Why Git?</a:t>
            </a:r>
          </a:p>
          <a:p>
            <a:pPr marL="457200" indent="-457200">
              <a:buFont typeface="Wingdings" panose="05000000000000000000" pitchFamily="2" charset="2"/>
              <a:buChar char="q"/>
            </a:pPr>
            <a:endParaRPr lang="en-US" sz="2000" dirty="0">
              <a:solidFill>
                <a:schemeClr val="tx1"/>
              </a:solidFill>
              <a:latin typeface="Segoe UI Semilight" panose="020B0402040204020203"/>
              <a:cs typeface="Segoe UI Semilight" panose="020B0402040204020203"/>
            </a:endParaRPr>
          </a:p>
          <a:p>
            <a:pPr marL="457200" indent="-457200">
              <a:buFont typeface="Wingdings" panose="05000000000000000000" pitchFamily="2" charset="2"/>
              <a:buChar char="q"/>
            </a:pPr>
            <a:r>
              <a:rPr lang="en-US" sz="2000" dirty="0">
                <a:solidFill>
                  <a:schemeClr val="tx1"/>
                </a:solidFill>
                <a:latin typeface="Segoe UI Semilight" panose="020B0402040204020203"/>
                <a:cs typeface="Segoe UI Semilight" panose="020B0402040204020203"/>
              </a:rPr>
              <a:t>Basics of Git</a:t>
            </a:r>
          </a:p>
          <a:p>
            <a:pPr marL="457200" indent="-457200">
              <a:buFont typeface="Wingdings" panose="05000000000000000000" pitchFamily="2" charset="2"/>
              <a:buChar char="q"/>
            </a:pPr>
            <a:endParaRPr lang="en-US" sz="2000" dirty="0">
              <a:solidFill>
                <a:schemeClr val="tx1"/>
              </a:solidFill>
              <a:latin typeface="Segoe UI Semilight" panose="020B0402040204020203"/>
              <a:cs typeface="Segoe UI Semilight" panose="020B0402040204020203"/>
            </a:endParaRPr>
          </a:p>
          <a:p>
            <a:pPr marL="457200" indent="-457200">
              <a:buFont typeface="Wingdings" panose="05000000000000000000" pitchFamily="2" charset="2"/>
              <a:buChar char="q"/>
            </a:pPr>
            <a:r>
              <a:rPr lang="en-US" sz="2000" dirty="0">
                <a:solidFill>
                  <a:schemeClr val="tx1"/>
                </a:solidFill>
                <a:latin typeface="Segoe UI Semilight" panose="020B0402040204020203"/>
                <a:cs typeface="Segoe UI Semilight" panose="020B0402040204020203"/>
              </a:rPr>
              <a:t>GitHub: An Overview</a:t>
            </a:r>
          </a:p>
          <a:p>
            <a:pPr marL="457200" indent="-457200">
              <a:buFont typeface="Wingdings" panose="05000000000000000000" pitchFamily="2" charset="2"/>
              <a:buChar char="q"/>
            </a:pPr>
            <a:endParaRPr lang="en-US" sz="2000" dirty="0">
              <a:solidFill>
                <a:schemeClr val="tx1"/>
              </a:solidFill>
              <a:latin typeface="Segoe UI Semilight" panose="020B0402040204020203"/>
              <a:cs typeface="Segoe UI Semilight" panose="020B0402040204020203"/>
            </a:endParaRPr>
          </a:p>
          <a:p>
            <a:pPr marL="457200" indent="-457200">
              <a:buFont typeface="Wingdings" panose="05000000000000000000" pitchFamily="2" charset="2"/>
              <a:buChar char="q"/>
            </a:pPr>
            <a:r>
              <a:rPr lang="en-US" sz="2000" dirty="0">
                <a:solidFill>
                  <a:schemeClr val="tx1"/>
                </a:solidFill>
                <a:latin typeface="Segoe UI Semilight" panose="020B0402040204020203"/>
                <a:cs typeface="Segoe UI Semilight" panose="020B0402040204020203"/>
              </a:rPr>
              <a:t>Collaborate and Contribute using GitHub</a:t>
            </a:r>
          </a:p>
          <a:p>
            <a:pPr marL="457200" indent="-457200">
              <a:buFont typeface="Wingdings" panose="05000000000000000000" pitchFamily="2" charset="2"/>
              <a:buChar char="q"/>
            </a:pPr>
            <a:endParaRPr lang="en-US" sz="2000" dirty="0">
              <a:solidFill>
                <a:schemeClr val="tx1"/>
              </a:solidFill>
              <a:latin typeface="Segoe UI Semilight" panose="020B0402040204020203"/>
              <a:cs typeface="Segoe UI Semilight" panose="020B0402040204020203"/>
            </a:endParaRPr>
          </a:p>
          <a:p>
            <a:pPr marL="457200" indent="-457200">
              <a:buFont typeface="Wingdings" panose="05000000000000000000" pitchFamily="2" charset="2"/>
              <a:buChar char="q"/>
            </a:pPr>
            <a:r>
              <a:rPr lang="en-US" sz="2000" dirty="0">
                <a:solidFill>
                  <a:schemeClr val="tx1"/>
                </a:solidFill>
                <a:latin typeface="Segoe UI Semilight" panose="020B0402040204020203"/>
                <a:cs typeface="Segoe UI Semilight" panose="020B0402040204020203"/>
              </a:rPr>
              <a:t>Open-Source Contributions</a:t>
            </a:r>
          </a:p>
          <a:p>
            <a:pPr marL="457200" indent="-457200">
              <a:buFont typeface="Wingdings" panose="05000000000000000000" pitchFamily="2" charset="2"/>
              <a:buChar char="q"/>
            </a:pPr>
            <a:endParaRPr lang="en-US" sz="2000" dirty="0">
              <a:solidFill>
                <a:schemeClr val="tx1"/>
              </a:solidFill>
              <a:latin typeface="Segoe UI Semilight" panose="020B0402040204020203"/>
              <a:cs typeface="Segoe UI Semilight" panose="020B0402040204020203"/>
            </a:endParaRPr>
          </a:p>
          <a:p>
            <a:pPr marL="457200" indent="-457200">
              <a:buFont typeface="Wingdings" panose="05000000000000000000" pitchFamily="2" charset="2"/>
              <a:buChar char="q"/>
            </a:pPr>
            <a:r>
              <a:rPr lang="en-US" sz="2000" dirty="0">
                <a:solidFill>
                  <a:schemeClr val="tx1"/>
                </a:solidFill>
                <a:latin typeface="Segoe UI Semilight" panose="020B0402040204020203"/>
                <a:cs typeface="Segoe UI Semilight" panose="020B0402040204020203"/>
              </a:rPr>
              <a:t>Hands on and some famous programs of OSC</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mj-lt"/>
                <a:cs typeface="+mj-lt"/>
              </a:rPr>
              <a:t>What is Version Control ?</a:t>
            </a:r>
            <a:endParaRPr lang="en-US" dirty="0"/>
          </a:p>
        </p:txBody>
      </p:sp>
      <p:sp>
        <p:nvSpPr>
          <p:cNvPr id="3" name="Text Placeholder 2"/>
          <p:cNvSpPr>
            <a:spLocks noGrp="1"/>
          </p:cNvSpPr>
          <p:nvPr>
            <p:ph type="body" sz="quarter" idx="10"/>
          </p:nvPr>
        </p:nvSpPr>
        <p:spPr>
          <a:xfrm>
            <a:off x="588263" y="1340367"/>
            <a:ext cx="11018520" cy="5416868"/>
          </a:xfrm>
        </p:spPr>
        <p:txBody>
          <a:bodyPr vert="horz" wrap="square" lIns="0" tIns="0" rIns="0" bIns="0" rtlCol="0" anchor="t">
            <a:spAutoFit/>
          </a:bodyPr>
          <a:lstStyle/>
          <a:p>
            <a:r>
              <a:rPr lang="en-US" sz="2000" dirty="0">
                <a:latin typeface="Segoe UI Semilight" panose="020B0402040204020203"/>
                <a:cs typeface="Segoe UI Semilight" panose="020B0402040204020203"/>
              </a:rPr>
              <a:t>It is a  system that records changes to a file or a set of files over time so that you can recall specific versions later.</a:t>
            </a:r>
          </a:p>
          <a:p>
            <a:endParaRPr lang="en-US" sz="2000" dirty="0">
              <a:latin typeface="Segoe UI Semilight" panose="020B0402040204020203"/>
              <a:cs typeface="Segoe UI Semilight" panose="020B0402040204020203"/>
            </a:endParaRPr>
          </a:p>
          <a:p>
            <a:r>
              <a:rPr lang="en-US" sz="2000" dirty="0">
                <a:latin typeface="Segoe UI Semilight" panose="020B0402040204020203"/>
                <a:cs typeface="Segoe UI Semilight" panose="020B0402040204020203"/>
              </a:rPr>
              <a:t>It allows you to –</a:t>
            </a:r>
          </a:p>
          <a:p>
            <a:endParaRPr lang="en-US" sz="2000" dirty="0"/>
          </a:p>
          <a:p>
            <a:pPr marL="342900" indent="-342900">
              <a:buFont typeface="Arial" panose="020B0604020202020204" pitchFamily="2" charset="2"/>
              <a:buChar char="•"/>
            </a:pPr>
            <a:r>
              <a:rPr lang="en-US" sz="2000" dirty="0">
                <a:latin typeface="Segoe UI Semilight" panose="020B0402040204020203"/>
                <a:cs typeface="Segoe UI Semilight" panose="020B0402040204020203"/>
              </a:rPr>
              <a:t>Revert the selected files back to a previous state,</a:t>
            </a:r>
          </a:p>
          <a:p>
            <a:pPr marL="342900" indent="-342900">
              <a:buFont typeface="Arial" panose="020B0604020202020204" pitchFamily="2" charset="2"/>
              <a:buChar char="•"/>
            </a:pPr>
            <a:endParaRPr lang="en-US" sz="2000" dirty="0"/>
          </a:p>
          <a:p>
            <a:pPr marL="342900" indent="-342900">
              <a:buFont typeface="Arial" panose="020B0604020202020204" pitchFamily="2" charset="2"/>
              <a:buChar char="•"/>
            </a:pPr>
            <a:r>
              <a:rPr lang="en-US" sz="2000" dirty="0">
                <a:latin typeface="Segoe UI Semilight" panose="020B0402040204020203"/>
                <a:cs typeface="Segoe UI Semilight" panose="020B0402040204020203"/>
              </a:rPr>
              <a:t>Revert the entire project back to a previous state, </a:t>
            </a:r>
            <a:endParaRPr lang="en-US" sz="2000" dirty="0"/>
          </a:p>
          <a:p>
            <a:pPr marL="342900" indent="-342900">
              <a:buFont typeface="Arial" panose="020B0604020202020204" pitchFamily="2" charset="2"/>
              <a:buChar char="•"/>
            </a:pPr>
            <a:endParaRPr lang="en-US" sz="2000" dirty="0">
              <a:latin typeface="Segoe UI Semilight" panose="020B0402040204020203"/>
              <a:cs typeface="Segoe UI Semilight" panose="020B0402040204020203"/>
            </a:endParaRPr>
          </a:p>
          <a:p>
            <a:pPr marL="342900" indent="-342900">
              <a:buFont typeface="Arial" panose="020B0604020202020204" pitchFamily="2" charset="2"/>
              <a:buChar char="•"/>
            </a:pPr>
            <a:r>
              <a:rPr lang="en-US" sz="2000" dirty="0">
                <a:latin typeface="Segoe UI Semilight" panose="020B0402040204020203"/>
                <a:cs typeface="Segoe UI Semilight" panose="020B0402040204020203"/>
              </a:rPr>
              <a:t>Compare changes over time, </a:t>
            </a:r>
            <a:endParaRPr lang="en-US" sz="2000" dirty="0"/>
          </a:p>
          <a:p>
            <a:pPr marL="342900" indent="-342900">
              <a:buFont typeface="Arial" panose="020B0604020202020204" pitchFamily="2" charset="2"/>
              <a:buChar char="•"/>
            </a:pPr>
            <a:endParaRPr lang="en-US" sz="2000" dirty="0">
              <a:latin typeface="Segoe UI Semilight" panose="020B0402040204020203"/>
              <a:cs typeface="Segoe UI Semilight" panose="020B0402040204020203"/>
            </a:endParaRPr>
          </a:p>
          <a:p>
            <a:pPr marL="342900" indent="-342900">
              <a:buFont typeface="Arial" panose="020B0604020202020204" pitchFamily="2" charset="2"/>
              <a:buChar char="•"/>
            </a:pPr>
            <a:r>
              <a:rPr lang="en-US" sz="2000" dirty="0">
                <a:latin typeface="Segoe UI Semilight" panose="020B0402040204020203"/>
                <a:cs typeface="Segoe UI Semilight" panose="020B0402040204020203"/>
              </a:rPr>
              <a:t>See who has modified your code and when</a:t>
            </a:r>
            <a:endParaRPr lang="en-US" sz="2000" dirty="0"/>
          </a:p>
          <a:p>
            <a:pPr marL="342900" indent="-342900">
              <a:buFont typeface="Arial" panose="020B0604020202020204" pitchFamily="2" charset="2"/>
              <a:buChar char="•"/>
            </a:pPr>
            <a:endParaRPr lang="en-US" sz="2000" dirty="0">
              <a:latin typeface="Segoe UI Semilight" panose="020B0402040204020203"/>
              <a:cs typeface="Segoe UI Semilight" panose="020B0402040204020203"/>
            </a:endParaRPr>
          </a:p>
          <a:p>
            <a:pPr marL="342900" indent="-342900">
              <a:buFont typeface="Arial" panose="020B0604020202020204" pitchFamily="2" charset="2"/>
              <a:buChar char="•"/>
            </a:pPr>
            <a:r>
              <a:rPr lang="en-US" sz="2000" dirty="0">
                <a:latin typeface="Segoe UI Semilight" panose="020B0402040204020203"/>
                <a:cs typeface="Segoe UI Semilight" panose="020B0402040204020203"/>
              </a:rPr>
              <a:t>Who introduced an issue and when. </a:t>
            </a:r>
            <a:endParaRPr lang="en-US" sz="2000" dirty="0"/>
          </a:p>
          <a:p>
            <a:endParaRPr lang="en-US" sz="20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Segoe UI" panose="020B0502040204020203"/>
              </a:rPr>
              <a:t>Types of Version Control Systems</a:t>
            </a:r>
            <a:endParaRPr lang="en-US" dirty="0"/>
          </a:p>
        </p:txBody>
      </p:sp>
      <p:sp>
        <p:nvSpPr>
          <p:cNvPr id="3" name="Text Placeholder 2"/>
          <p:cNvSpPr>
            <a:spLocks noGrp="1"/>
          </p:cNvSpPr>
          <p:nvPr>
            <p:ph type="body" sz="quarter" idx="10"/>
          </p:nvPr>
        </p:nvSpPr>
        <p:spPr>
          <a:xfrm>
            <a:off x="1423879" y="1244328"/>
            <a:ext cx="2661011" cy="430887"/>
          </a:xfrm>
        </p:spPr>
        <p:txBody>
          <a:bodyPr vert="horz" wrap="square" lIns="0" tIns="0" rIns="0" bIns="0" rtlCol="0" anchor="t">
            <a:spAutoFit/>
          </a:bodyPr>
          <a:lstStyle/>
          <a:p>
            <a:r>
              <a:rPr lang="en-US" dirty="0">
                <a:latin typeface="Segoe UI Semilight" panose="020B0402040204020203"/>
                <a:cs typeface="Segoe UI Semilight" panose="020B0402040204020203"/>
              </a:rPr>
              <a:t>Centralized VCS</a:t>
            </a:r>
            <a:endParaRPr lang="en-US" dirty="0"/>
          </a:p>
        </p:txBody>
      </p:sp>
      <p:pic>
        <p:nvPicPr>
          <p:cNvPr id="4" name="Picture 4" descr="A screenshot of a cell phone&#10;&#10;Description automatically generated"/>
          <p:cNvPicPr>
            <a:picLocks noChangeAspect="1"/>
          </p:cNvPicPr>
          <p:nvPr/>
        </p:nvPicPr>
        <p:blipFill>
          <a:blip r:embed="rId3"/>
          <a:stretch>
            <a:fillRect/>
          </a:stretch>
        </p:blipFill>
        <p:spPr>
          <a:xfrm>
            <a:off x="588263" y="1903102"/>
            <a:ext cx="4472721" cy="4307569"/>
          </a:xfrm>
          <a:prstGeom prst="rect">
            <a:avLst/>
          </a:prstGeom>
        </p:spPr>
      </p:pic>
      <p:pic>
        <p:nvPicPr>
          <p:cNvPr id="5" name="Picture 5" descr="A screenshot of a cell phone&#10;&#10;Description automatically generated"/>
          <p:cNvPicPr>
            <a:picLocks noChangeAspect="1"/>
          </p:cNvPicPr>
          <p:nvPr/>
        </p:nvPicPr>
        <p:blipFill>
          <a:blip r:embed="rId4"/>
          <a:stretch>
            <a:fillRect/>
          </a:stretch>
        </p:blipFill>
        <p:spPr>
          <a:xfrm>
            <a:off x="6197527" y="1897858"/>
            <a:ext cx="3819169" cy="4312813"/>
          </a:xfrm>
          <a:prstGeom prst="rect">
            <a:avLst/>
          </a:prstGeom>
        </p:spPr>
      </p:pic>
      <p:sp>
        <p:nvSpPr>
          <p:cNvPr id="6" name="TextBox 5"/>
          <p:cNvSpPr txBox="1"/>
          <p:nvPr/>
        </p:nvSpPr>
        <p:spPr>
          <a:xfrm>
            <a:off x="6731239" y="1247869"/>
            <a:ext cx="2751746" cy="430887"/>
          </a:xfrm>
          <a:prstGeom prst="rect">
            <a:avLst/>
          </a:prstGeom>
          <a:noFill/>
        </p:spPr>
        <p:txBody>
          <a:bodyPr wrap="square" lIns="0" tIns="0" rIns="0" bIns="0" rtlCol="0">
            <a:spAutoFit/>
          </a:bodyPr>
          <a:lstStyle/>
          <a:p>
            <a:r>
              <a:rPr lang="en-US" sz="2800" dirty="0">
                <a:latin typeface="Segoe UI Semilight" panose="020B0402040204020203" pitchFamily="34" charset="0"/>
                <a:cs typeface="Segoe UI Semilight" panose="020B0402040204020203" pitchFamily="34" charset="0"/>
              </a:rPr>
              <a:t>Distributed VCS</a:t>
            </a:r>
            <a:endParaRPr lang="en-IN" sz="2800" dirty="0" err="1">
              <a:gradFill>
                <a:gsLst>
                  <a:gs pos="2917">
                    <a:schemeClr val="tx1"/>
                  </a:gs>
                  <a:gs pos="30000">
                    <a:schemeClr val="tx1"/>
                  </a:gs>
                </a:gsLst>
                <a:lin ang="5400000" scaled="0"/>
              </a:gradFill>
              <a:latin typeface="Segoe UI Semilight" panose="020B0402040204020203" pitchFamily="34" charset="0"/>
              <a:cs typeface="Segoe UI Semilight" panose="020B0402040204020203" pitchFamily="34" charset="0"/>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panose="020B0502040204020203"/>
              </a:rPr>
              <a:t>Why Git?</a:t>
            </a:r>
            <a:endParaRPr lang="en-US"/>
          </a:p>
        </p:txBody>
      </p:sp>
      <p:sp>
        <p:nvSpPr>
          <p:cNvPr id="6" name="Text Placeholder 5"/>
          <p:cNvSpPr>
            <a:spLocks noGrp="1"/>
          </p:cNvSpPr>
          <p:nvPr>
            <p:ph type="body" sz="quarter" idx="4294967295"/>
          </p:nvPr>
        </p:nvSpPr>
        <p:spPr>
          <a:xfrm>
            <a:off x="584200" y="1435497"/>
            <a:ext cx="11018520" cy="4001095"/>
          </a:xfrm>
        </p:spPr>
        <p:txBody>
          <a:bodyPr vert="horz" wrap="square" lIns="0" tIns="0" rIns="0" bIns="0" rtlCol="0" anchor="t">
            <a:spAutoFit/>
          </a:bodyPr>
          <a:lstStyle/>
          <a:p>
            <a:r>
              <a:rPr lang="en-US" sz="2000" b="1" dirty="0">
                <a:latin typeface="Segoe UI Semilight" panose="020B0402040204020203"/>
                <a:cs typeface="Segoe UI Semilight" panose="020B0402040204020203"/>
              </a:rPr>
              <a:t>Distributed Version Controlling System</a:t>
            </a:r>
          </a:p>
          <a:p>
            <a:endParaRPr lang="en-US" sz="2000" b="1" dirty="0">
              <a:latin typeface="Segoe UI Semilight" panose="020B0402040204020203"/>
              <a:cs typeface="Segoe UI Semilight" panose="020B0402040204020203"/>
            </a:endParaRPr>
          </a:p>
          <a:p>
            <a:r>
              <a:rPr lang="en-US" sz="2000" b="1" dirty="0">
                <a:latin typeface="Segoe UI Semilight" panose="020B0402040204020203"/>
                <a:cs typeface="Segoe UI Semilight" panose="020B0402040204020203"/>
              </a:rPr>
              <a:t>Ease in collaboration</a:t>
            </a:r>
          </a:p>
          <a:p>
            <a:endParaRPr lang="en-US" sz="2000" b="1" dirty="0">
              <a:latin typeface="Segoe UI Semilight" panose="020B0402040204020203"/>
              <a:cs typeface="Segoe UI Semilight" panose="020B0402040204020203"/>
            </a:endParaRPr>
          </a:p>
          <a:p>
            <a:r>
              <a:rPr lang="en-US" sz="2000" b="1" dirty="0">
                <a:latin typeface="Segoe UI Semilight" panose="020B0402040204020203"/>
                <a:cs typeface="Segoe UI Semilight" panose="020B0402040204020203"/>
              </a:rPr>
              <a:t>No more tension on loosing of old code</a:t>
            </a:r>
          </a:p>
          <a:p>
            <a:endParaRPr lang="en-US" sz="2000" b="1" dirty="0">
              <a:latin typeface="Segoe UI Semilight" panose="020B0402040204020203"/>
              <a:cs typeface="Segoe UI Semilight" panose="020B0402040204020203"/>
            </a:endParaRPr>
          </a:p>
          <a:p>
            <a:r>
              <a:rPr lang="en-US" sz="2000" b="1" dirty="0">
                <a:latin typeface="Segoe UI Semilight" panose="020B0402040204020203"/>
                <a:cs typeface="Segoe UI Semilight" panose="020B0402040204020203"/>
              </a:rPr>
              <a:t>Live code and development code kept in one place</a:t>
            </a:r>
          </a:p>
          <a:p>
            <a:endParaRPr lang="en-US" sz="2000" b="1" dirty="0">
              <a:latin typeface="Segoe UI Semilight" panose="020B0402040204020203"/>
              <a:cs typeface="Segoe UI Semilight" panose="020B0402040204020203"/>
            </a:endParaRPr>
          </a:p>
          <a:p>
            <a:r>
              <a:rPr lang="en-US" sz="2000" b="1" dirty="0">
                <a:latin typeface="Segoe UI Semilight" panose="020B0402040204020203"/>
                <a:cs typeface="Segoe UI Semilight" panose="020B0402040204020203"/>
              </a:rPr>
              <a:t>Easy to manage with large codebases</a:t>
            </a:r>
          </a:p>
          <a:p>
            <a:endParaRPr lang="en-US" sz="2000" b="1" dirty="0">
              <a:latin typeface="Segoe UI Semilight" panose="020B0402040204020203"/>
              <a:cs typeface="Segoe UI Semilight" panose="020B0402040204020203"/>
            </a:endParaRPr>
          </a:p>
          <a:p>
            <a:r>
              <a:rPr lang="en-US" sz="2000" b="1" dirty="0">
                <a:latin typeface="Segoe UI Semilight" panose="020B0402040204020203"/>
                <a:cs typeface="Segoe UI Semilight" panose="020B0402040204020203"/>
              </a:rPr>
              <a:t>Distributed Development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mj-lt"/>
                <a:cs typeface="+mj-lt"/>
              </a:rPr>
              <a:t>Basics of Git</a:t>
            </a:r>
            <a:endParaRPr lang="en-US" dirty="0"/>
          </a:p>
        </p:txBody>
      </p:sp>
      <p:sp>
        <p:nvSpPr>
          <p:cNvPr id="3" name="Text Placeholder 2"/>
          <p:cNvSpPr>
            <a:spLocks noGrp="1"/>
          </p:cNvSpPr>
          <p:nvPr>
            <p:ph type="body" sz="quarter" idx="10"/>
          </p:nvPr>
        </p:nvSpPr>
        <p:spPr>
          <a:xfrm>
            <a:off x="586390" y="1434370"/>
            <a:ext cx="11018520" cy="307777"/>
          </a:xfrm>
        </p:spPr>
        <p:txBody>
          <a:bodyPr vert="horz" wrap="square" lIns="0" tIns="0" rIns="0" bIns="0" rtlCol="0" anchor="t">
            <a:spAutoFit/>
          </a:bodyPr>
          <a:lstStyle/>
          <a:p>
            <a:pPr marL="342900" indent="-342900">
              <a:buFont typeface="Arial,Sans-Serif"/>
              <a:buChar char="•"/>
            </a:pPr>
            <a:r>
              <a:rPr lang="en-US" sz="2000" dirty="0">
                <a:latin typeface="Segoe UI Semilight" panose="020B0402040204020203"/>
                <a:cs typeface="Segoe UI Semilight" panose="020B0402040204020203"/>
              </a:rPr>
              <a:t>Here are some basic git commands one should be familiar with:</a:t>
            </a:r>
          </a:p>
        </p:txBody>
      </p:sp>
      <p:sp>
        <p:nvSpPr>
          <p:cNvPr id="5" name="TextBox 4"/>
          <p:cNvSpPr txBox="1"/>
          <p:nvPr/>
        </p:nvSpPr>
        <p:spPr>
          <a:xfrm>
            <a:off x="718457" y="2383971"/>
            <a:ext cx="7527472" cy="3385542"/>
          </a:xfrm>
          <a:prstGeom prst="rect">
            <a:avLst/>
          </a:prstGeom>
          <a:noFill/>
        </p:spPr>
        <p:txBody>
          <a:bodyPr wrap="square" lIns="0" tIns="0" rIns="0" bIns="0" rtlCol="0" anchor="t">
            <a:spAutoFit/>
          </a:bodyPr>
          <a:lstStyle/>
          <a:p>
            <a:pPr marL="457200" indent="-457200">
              <a:buAutoNum type="arabicPeriod"/>
            </a:pPr>
            <a:r>
              <a:rPr lang="en-US" sz="2000" dirty="0">
                <a:gradFill>
                  <a:gsLst>
                    <a:gs pos="2917">
                      <a:schemeClr val="tx1"/>
                    </a:gs>
                    <a:gs pos="30000">
                      <a:schemeClr val="tx1"/>
                    </a:gs>
                  </a:gsLst>
                  <a:lin ang="5400000" scaled="0"/>
                </a:gradFill>
              </a:rPr>
              <a:t>git  init</a:t>
            </a:r>
          </a:p>
          <a:p>
            <a:pPr marL="457200" indent="-457200" algn="l">
              <a:buAutoNum type="arabicPeriod"/>
            </a:pPr>
            <a:endParaRPr lang="en-US" sz="2000" dirty="0">
              <a:gradFill>
                <a:gsLst>
                  <a:gs pos="2917">
                    <a:schemeClr val="tx1"/>
                  </a:gs>
                  <a:gs pos="30000">
                    <a:schemeClr val="tx1"/>
                  </a:gs>
                </a:gsLst>
                <a:lin ang="5400000" scaled="0"/>
              </a:gradFill>
            </a:endParaRPr>
          </a:p>
          <a:p>
            <a:pPr marL="457200" indent="-457200">
              <a:buAutoNum type="arabicPeriod"/>
            </a:pPr>
            <a:r>
              <a:rPr lang="en-US" sz="2000" dirty="0">
                <a:gradFill>
                  <a:gsLst>
                    <a:gs pos="2917">
                      <a:schemeClr val="tx1"/>
                    </a:gs>
                    <a:gs pos="30000">
                      <a:schemeClr val="tx1"/>
                    </a:gs>
                  </a:gsLst>
                  <a:lin ang="5400000" scaled="0"/>
                </a:gradFill>
              </a:rPr>
              <a:t>git  add  file_name</a:t>
            </a:r>
          </a:p>
          <a:p>
            <a:pPr marL="457200" indent="-457200" algn="l">
              <a:buAutoNum type="arabicPeriod"/>
            </a:pPr>
            <a:endParaRPr lang="en-US" sz="2000" dirty="0">
              <a:gradFill>
                <a:gsLst>
                  <a:gs pos="2917">
                    <a:schemeClr val="tx1"/>
                  </a:gs>
                  <a:gs pos="30000">
                    <a:schemeClr val="tx1"/>
                  </a:gs>
                </a:gsLst>
                <a:lin ang="5400000" scaled="0"/>
              </a:gradFill>
            </a:endParaRPr>
          </a:p>
          <a:p>
            <a:pPr marL="457200" indent="-457200">
              <a:buAutoNum type="arabicPeriod"/>
            </a:pPr>
            <a:r>
              <a:rPr lang="en-US" sz="2000" dirty="0">
                <a:gradFill>
                  <a:gsLst>
                    <a:gs pos="2917">
                      <a:schemeClr val="tx1"/>
                    </a:gs>
                    <a:gs pos="30000">
                      <a:schemeClr val="tx1"/>
                    </a:gs>
                  </a:gsLst>
                  <a:lin ang="5400000" scaled="0"/>
                </a:gradFill>
              </a:rPr>
              <a:t>git  status</a:t>
            </a:r>
          </a:p>
          <a:p>
            <a:pPr marL="457200" indent="-457200" algn="l">
              <a:buAutoNum type="arabicPeriod"/>
            </a:pPr>
            <a:endParaRPr lang="en-US" sz="2000" dirty="0">
              <a:gradFill>
                <a:gsLst>
                  <a:gs pos="2917">
                    <a:schemeClr val="tx1"/>
                  </a:gs>
                  <a:gs pos="30000">
                    <a:schemeClr val="tx1"/>
                  </a:gs>
                </a:gsLst>
                <a:lin ang="5400000" scaled="0"/>
              </a:gradFill>
            </a:endParaRPr>
          </a:p>
          <a:p>
            <a:pPr marL="457200" indent="-457200">
              <a:buAutoNum type="arabicPeriod"/>
            </a:pPr>
            <a:r>
              <a:rPr lang="en-US" sz="2000" dirty="0">
                <a:gradFill>
                  <a:gsLst>
                    <a:gs pos="2917">
                      <a:schemeClr val="tx1"/>
                    </a:gs>
                    <a:gs pos="30000">
                      <a:schemeClr val="tx1"/>
                    </a:gs>
                  </a:gsLst>
                  <a:lin ang="5400000" scaled="0"/>
                </a:gradFill>
              </a:rPr>
              <a:t>git  commit  -m  “Message”</a:t>
            </a:r>
          </a:p>
          <a:p>
            <a:pPr marL="457200" indent="-457200" algn="l">
              <a:buAutoNum type="arabicPeriod"/>
            </a:pPr>
            <a:endParaRPr lang="en-US" sz="2000" dirty="0">
              <a:gradFill>
                <a:gsLst>
                  <a:gs pos="2917">
                    <a:schemeClr val="tx1"/>
                  </a:gs>
                  <a:gs pos="30000">
                    <a:schemeClr val="tx1"/>
                  </a:gs>
                </a:gsLst>
                <a:lin ang="5400000" scaled="0"/>
              </a:gradFill>
            </a:endParaRPr>
          </a:p>
          <a:p>
            <a:pPr marL="457200" indent="-457200">
              <a:buAutoNum type="arabicPeriod"/>
            </a:pPr>
            <a:r>
              <a:rPr lang="en-US" sz="2000" dirty="0"/>
              <a:t>git remote add origin repo_link</a:t>
            </a:r>
          </a:p>
          <a:p>
            <a:pPr marL="457200" indent="-457200">
              <a:buAutoNum type="arabicPeriod"/>
            </a:pPr>
            <a:endParaRPr lang="en-US" sz="2000" dirty="0">
              <a:gradFill>
                <a:gsLst>
                  <a:gs pos="2917">
                    <a:schemeClr val="tx1"/>
                  </a:gs>
                  <a:gs pos="30000">
                    <a:schemeClr val="tx1"/>
                  </a:gs>
                </a:gsLst>
                <a:lin ang="5400000" scaled="0"/>
              </a:gradFill>
            </a:endParaRPr>
          </a:p>
          <a:p>
            <a:pPr marL="457200" indent="-457200">
              <a:buAutoNum type="arabicPeriod"/>
            </a:pPr>
            <a:r>
              <a:rPr lang="en-US" sz="2000" dirty="0"/>
              <a:t>git push –u origin master</a:t>
            </a:r>
            <a:endParaRPr lang="en-US" sz="2000" dirty="0">
              <a:gradFill>
                <a:gsLst>
                  <a:gs pos="2917">
                    <a:schemeClr val="tx1"/>
                  </a:gs>
                  <a:gs pos="30000">
                    <a:schemeClr val="tx1"/>
                  </a:gs>
                </a:gsLst>
                <a:lin ang="5400000" scaled="0"/>
              </a:gradFil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1616528"/>
            <a:ext cx="11018520" cy="553998"/>
          </a:xfrm>
        </p:spPr>
        <p:txBody>
          <a:bodyPr/>
          <a:lstStyle/>
          <a:p>
            <a:r>
              <a:rPr lang="en-US" dirty="0">
                <a:cs typeface="Segoe UI" panose="020B0502040204020203"/>
              </a:rPr>
              <a:t>Hands on with Git</a:t>
            </a:r>
            <a:endParaRPr lang="en-US" dirty="0"/>
          </a:p>
        </p:txBody>
      </p:sp>
      <p:sp>
        <p:nvSpPr>
          <p:cNvPr id="3" name="Text Placeholder 2"/>
          <p:cNvSpPr>
            <a:spLocks noGrp="1"/>
          </p:cNvSpPr>
          <p:nvPr>
            <p:ph type="body" sz="quarter" idx="10"/>
          </p:nvPr>
        </p:nvSpPr>
        <p:spPr>
          <a:xfrm flipV="1">
            <a:off x="586390" y="9960428"/>
            <a:ext cx="11018520" cy="130629"/>
          </a:xfrm>
        </p:spPr>
        <p:txBody>
          <a:bodyPr/>
          <a:lstStyle/>
          <a:p>
            <a:endParaRPr lang="en-US" dirty="0"/>
          </a:p>
        </p:txBody>
      </p:sp>
      <p:pic>
        <p:nvPicPr>
          <p:cNvPr id="4" name="Picture 3"/>
          <p:cNvPicPr>
            <a:picLocks noChangeAspect="1"/>
          </p:cNvPicPr>
          <p:nvPr/>
        </p:nvPicPr>
        <p:blipFill>
          <a:blip r:embed="rId2"/>
          <a:stretch>
            <a:fillRect/>
          </a:stretch>
        </p:blipFill>
        <p:spPr>
          <a:xfrm>
            <a:off x="6896100" y="542299"/>
            <a:ext cx="4090147" cy="339993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cs typeface="Segoe UI" panose="020B0502040204020203"/>
              </a:rPr>
              <a:t>GitHub</a:t>
            </a:r>
            <a:r>
              <a:rPr lang="en-US" dirty="0">
                <a:cs typeface="Segoe UI" panose="020B0502040204020203"/>
              </a:rPr>
              <a:t>: An Overview of the Platform</a:t>
            </a:r>
            <a:endParaRPr lang="en-IN" dirty="0">
              <a:cs typeface="Segoe UI" panose="020B0502040204020203"/>
            </a:endParaRPr>
          </a:p>
        </p:txBody>
      </p:sp>
      <p:sp>
        <p:nvSpPr>
          <p:cNvPr id="3" name="Text Placeholder 2"/>
          <p:cNvSpPr>
            <a:spLocks noGrp="1"/>
          </p:cNvSpPr>
          <p:nvPr>
            <p:ph type="body" sz="quarter" idx="10"/>
          </p:nvPr>
        </p:nvSpPr>
        <p:spPr>
          <a:xfrm>
            <a:off x="586740" y="1528374"/>
            <a:ext cx="11018520" cy="2523768"/>
          </a:xfrm>
        </p:spPr>
        <p:txBody>
          <a:bodyPr vert="horz" wrap="square" lIns="0" tIns="0" rIns="0" bIns="0" rtlCol="0" anchor="t">
            <a:spAutoFit/>
          </a:bodyPr>
          <a:lstStyle/>
          <a:p>
            <a:pPr marL="457200" indent="-457200">
              <a:buFont typeface="Arial" panose="020B0604020202020204" pitchFamily="34" charset="0"/>
              <a:buChar char="•"/>
            </a:pPr>
            <a:r>
              <a:rPr lang="en-US" sz="2000" dirty="0">
                <a:latin typeface="Segoe UI Semilight" panose="020B0402040204020203"/>
                <a:cs typeface="Segoe UI Semilight" panose="020B0402040204020203"/>
              </a:rPr>
              <a:t>GitHub is one of the most popular platforms for Version Control.</a:t>
            </a:r>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r>
              <a:rPr lang="en-US" sz="2000" dirty="0">
                <a:latin typeface="Segoe UI Semilight" panose="020B0402040204020203"/>
                <a:cs typeface="Segoe UI Semilight" panose="020B0402040204020203"/>
              </a:rPr>
              <a:t>If Git is the ingredient, GitHub is the final product.</a:t>
            </a:r>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r>
              <a:rPr lang="en-US" sz="2000" dirty="0">
                <a:latin typeface="Segoe UI Semilight" panose="020B0402040204020203"/>
                <a:cs typeface="Segoe UI Semilight" panose="020B0402040204020203"/>
              </a:rPr>
              <a:t>Largest hub of open-source software.</a:t>
            </a:r>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endParaRPr lang="en-IN" sz="2000" dirty="0"/>
          </a:p>
        </p:txBody>
      </p:sp>
      <p:pic>
        <p:nvPicPr>
          <p:cNvPr id="5" name="Picture 4"/>
          <p:cNvPicPr>
            <a:picLocks noChangeAspect="1"/>
          </p:cNvPicPr>
          <p:nvPr/>
        </p:nvPicPr>
        <p:blipFill>
          <a:blip r:embed="rId3"/>
          <a:stretch>
            <a:fillRect/>
          </a:stretch>
        </p:blipFill>
        <p:spPr>
          <a:xfrm>
            <a:off x="6096000" y="2681342"/>
            <a:ext cx="4090147" cy="3399935"/>
          </a:xfrm>
          <a:prstGeom prst="rect">
            <a:avLst/>
          </a:prstGeom>
        </p:spPr>
      </p:pic>
      <p:sp>
        <p:nvSpPr>
          <p:cNvPr id="6" name="TextBox 5"/>
          <p:cNvSpPr txBox="1"/>
          <p:nvPr/>
        </p:nvSpPr>
        <p:spPr>
          <a:xfrm>
            <a:off x="7246834" y="6246976"/>
            <a:ext cx="2076628" cy="184666"/>
          </a:xfrm>
          <a:prstGeom prst="rect">
            <a:avLst/>
          </a:prstGeom>
          <a:noFill/>
        </p:spPr>
        <p:txBody>
          <a:bodyPr wrap="square" lIns="0" tIns="0" rIns="0" bIns="0" rtlCol="0">
            <a:spAutoFit/>
          </a:bodyPr>
          <a:lstStyle/>
          <a:p>
            <a:pPr algn="l"/>
            <a:r>
              <a:rPr lang="en-US" sz="1200" dirty="0" err="1">
                <a:gradFill>
                  <a:gsLst>
                    <a:gs pos="2917">
                      <a:schemeClr val="tx1"/>
                    </a:gs>
                    <a:gs pos="30000">
                      <a:schemeClr val="tx1"/>
                    </a:gs>
                  </a:gsLst>
                  <a:lin ang="5400000" scaled="0"/>
                </a:gradFill>
              </a:rPr>
              <a:t>Github’s</a:t>
            </a:r>
            <a:r>
              <a:rPr lang="en-US" sz="1200" dirty="0">
                <a:gradFill>
                  <a:gsLst>
                    <a:gs pos="2917">
                      <a:schemeClr val="tx1"/>
                    </a:gs>
                    <a:gs pos="30000">
                      <a:schemeClr val="tx1"/>
                    </a:gs>
                  </a:gsLst>
                  <a:lin ang="5400000" scaled="0"/>
                </a:gradFill>
              </a:rPr>
              <a:t> Logo – The </a:t>
            </a:r>
            <a:r>
              <a:rPr lang="en-US" sz="1200" dirty="0" err="1">
                <a:gradFill>
                  <a:gsLst>
                    <a:gs pos="2917">
                      <a:schemeClr val="tx1"/>
                    </a:gs>
                    <a:gs pos="30000">
                      <a:schemeClr val="tx1"/>
                    </a:gs>
                  </a:gsLst>
                  <a:lin ang="5400000" scaled="0"/>
                </a:gradFill>
              </a:rPr>
              <a:t>Octocat</a:t>
            </a:r>
            <a:endParaRPr lang="en-IN" sz="1200" dirty="0" err="1">
              <a:gradFill>
                <a:gsLst>
                  <a:gs pos="2917">
                    <a:schemeClr val="tx1"/>
                  </a:gs>
                  <a:gs pos="30000">
                    <a:schemeClr val="tx1"/>
                  </a:gs>
                </a:gsLst>
                <a:lin ang="5400000" scaled="0"/>
              </a:gradFil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1616528"/>
            <a:ext cx="11018520" cy="553998"/>
          </a:xfrm>
        </p:spPr>
        <p:txBody>
          <a:bodyPr/>
          <a:lstStyle/>
          <a:p>
            <a:r>
              <a:rPr lang="en-US" dirty="0">
                <a:cs typeface="Segoe UI" panose="020B0502040204020203"/>
              </a:rPr>
              <a:t>Hands on with GitHub</a:t>
            </a:r>
            <a:endParaRPr lang="en-US" dirty="0"/>
          </a:p>
        </p:txBody>
      </p:sp>
      <p:sp>
        <p:nvSpPr>
          <p:cNvPr id="3" name="Text Placeholder 2"/>
          <p:cNvSpPr>
            <a:spLocks noGrp="1"/>
          </p:cNvSpPr>
          <p:nvPr>
            <p:ph type="body" sz="quarter" idx="10"/>
          </p:nvPr>
        </p:nvSpPr>
        <p:spPr>
          <a:xfrm flipV="1">
            <a:off x="586390" y="9960428"/>
            <a:ext cx="11018520" cy="130629"/>
          </a:xfrm>
        </p:spPr>
        <p:txBody>
          <a:bodyPr/>
          <a:lstStyle/>
          <a:p>
            <a:endParaRPr lang="en-US" dirty="0"/>
          </a:p>
        </p:txBody>
      </p:sp>
      <p:pic>
        <p:nvPicPr>
          <p:cNvPr id="4" name="Picture 3"/>
          <p:cNvPicPr>
            <a:picLocks noChangeAspect="1"/>
          </p:cNvPicPr>
          <p:nvPr/>
        </p:nvPicPr>
        <p:blipFill>
          <a:blip r:embed="rId2"/>
          <a:stretch>
            <a:fillRect/>
          </a:stretch>
        </p:blipFill>
        <p:spPr>
          <a:xfrm>
            <a:off x="6896100" y="542299"/>
            <a:ext cx="4090147" cy="339993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Segoe UI" panose="020B0502040204020203"/>
              </a:rPr>
              <a:t>Open-Source Contributions</a:t>
            </a:r>
          </a:p>
        </p:txBody>
      </p:sp>
      <p:sp>
        <p:nvSpPr>
          <p:cNvPr id="3" name="Text Placeholder 2"/>
          <p:cNvSpPr>
            <a:spLocks noGrp="1"/>
          </p:cNvSpPr>
          <p:nvPr>
            <p:ph type="body" sz="quarter" idx="10"/>
          </p:nvPr>
        </p:nvSpPr>
        <p:spPr>
          <a:xfrm>
            <a:off x="586390" y="1434370"/>
            <a:ext cx="11018520" cy="3705630"/>
          </a:xfrm>
        </p:spPr>
        <p:txBody>
          <a:bodyPr vert="horz" wrap="square" lIns="0" tIns="0" rIns="0" bIns="0" rtlCol="0" anchor="t">
            <a:spAutoFit/>
          </a:bodyPr>
          <a:lstStyle/>
          <a:p>
            <a:endParaRPr lang="en-US" dirty="0"/>
          </a:p>
          <a:p>
            <a:r>
              <a:rPr lang="en-US" dirty="0">
                <a:latin typeface="Segoe UI Semilight" panose="020B0402040204020203"/>
                <a:cs typeface="Segoe UI Semilight" panose="020B0402040204020203"/>
              </a:rPr>
              <a:t>A software for which the original source code is made freely available and maybe redistributed and modified according to the requirement of user is known as Open Source softwares and the developers who are contributing to these types of projects are called </a:t>
            </a:r>
            <a:r>
              <a:rPr lang="en-US" b="1" dirty="0">
                <a:latin typeface="Segoe UI Semilight" panose="020B0402040204020203"/>
                <a:cs typeface="Segoe UI Semilight" panose="020B0402040204020203"/>
              </a:rPr>
              <a:t>Open-Source Contributors.</a:t>
            </a:r>
          </a:p>
          <a:p>
            <a:endParaRPr lang="en-US" b="1" dirty="0"/>
          </a:p>
          <a:p>
            <a:endParaRPr lang="en-US"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1107996"/>
          </a:xfrm>
        </p:spPr>
        <p:txBody>
          <a:bodyPr/>
          <a:lstStyle/>
          <a:p>
            <a:r>
              <a:rPr lang="en-US" b="1" dirty="0">
                <a:cs typeface="Segoe UI" panose="020B0502040204020203"/>
              </a:rPr>
              <a:t>Some famous </a:t>
            </a:r>
            <a:r>
              <a:rPr lang="en-US" b="1">
                <a:cs typeface="Segoe UI" panose="020B0502040204020203"/>
              </a:rPr>
              <a:t>Open-Source</a:t>
            </a:r>
            <a:r>
              <a:rPr lang="en-US" b="1" dirty="0">
                <a:cs typeface="Segoe UI" panose="020B0502040204020203"/>
              </a:rPr>
              <a:t> Projects</a:t>
            </a:r>
            <a:r>
              <a:rPr lang="en-US" b="1" dirty="0"/>
              <a:t/>
            </a:r>
            <a:br>
              <a:rPr lang="en-US" b="1" dirty="0"/>
            </a:br>
            <a:endParaRPr lang="en-US" dirty="0"/>
          </a:p>
        </p:txBody>
      </p:sp>
      <p:sp>
        <p:nvSpPr>
          <p:cNvPr id="3" name="Text Placeholder 2"/>
          <p:cNvSpPr>
            <a:spLocks noGrp="1"/>
          </p:cNvSpPr>
          <p:nvPr>
            <p:ph type="body" sz="quarter" idx="10"/>
          </p:nvPr>
        </p:nvSpPr>
        <p:spPr>
          <a:xfrm>
            <a:off x="586390" y="1434370"/>
            <a:ext cx="11018520" cy="3016210"/>
          </a:xfrm>
        </p:spPr>
        <p:txBody>
          <a:bodyPr vert="horz" wrap="square" lIns="0" tIns="0" rIns="0" bIns="0" rtlCol="0" anchor="t">
            <a:spAutoFit/>
          </a:bodyPr>
          <a:lstStyle/>
          <a:p>
            <a:pPr>
              <a:buFont typeface="Wingdings" panose="05000000000000000000" pitchFamily="2" charset="2"/>
              <a:buChar char="Ø"/>
            </a:pPr>
            <a:r>
              <a:rPr lang="en-US" dirty="0"/>
              <a:t> Apache Cassandra</a:t>
            </a:r>
          </a:p>
          <a:p>
            <a:pPr>
              <a:buFont typeface="Wingdings" panose="05000000000000000000" pitchFamily="2" charset="2"/>
              <a:buChar char="Ø"/>
            </a:pPr>
            <a:r>
              <a:rPr lang="en-US" dirty="0"/>
              <a:t> TensorFlow</a:t>
            </a:r>
          </a:p>
          <a:p>
            <a:pPr>
              <a:buFont typeface="Wingdings" panose="05000000000000000000" pitchFamily="2" charset="2"/>
              <a:buChar char="Ø"/>
            </a:pPr>
            <a:r>
              <a:rPr lang="en-US" dirty="0"/>
              <a:t> Kubernetes </a:t>
            </a:r>
          </a:p>
          <a:p>
            <a:pPr>
              <a:buFont typeface="Wingdings" panose="05000000000000000000" pitchFamily="2" charset="2"/>
              <a:buChar char="Ø"/>
            </a:pPr>
            <a:r>
              <a:rPr lang="en-US" dirty="0">
                <a:latin typeface="Segoe UI Semilight" panose="020B0402040204020203"/>
                <a:cs typeface="Segoe UI Semilight" panose="020B0402040204020203"/>
              </a:rPr>
              <a:t> Ansibl </a:t>
            </a:r>
            <a:endParaRPr lang="en-US" dirty="0"/>
          </a:p>
          <a:p>
            <a:pPr>
              <a:buFont typeface="Wingdings" panose="05000000000000000000" pitchFamily="2" charset="2"/>
              <a:buChar char="Ø"/>
            </a:pPr>
            <a:r>
              <a:rPr lang="en-US" dirty="0"/>
              <a:t> Mozilla</a:t>
            </a:r>
          </a:p>
          <a:p>
            <a:pPr>
              <a:buFont typeface="Wingdings" panose="05000000000000000000" pitchFamily="2" charset="2"/>
              <a:buChar char="Ø"/>
            </a:pPr>
            <a:r>
              <a:rPr lang="en-US" dirty="0">
                <a:latin typeface="Segoe UI Semilight" panose="020B0402040204020203"/>
                <a:cs typeface="Segoe UI Semilight" panose="020B0402040204020203"/>
              </a:rPr>
              <a:t> RedHat  etc. etc.</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653142"/>
            <a:ext cx="11018520" cy="767443"/>
          </a:xfrm>
        </p:spPr>
        <p:txBody>
          <a:bodyPr/>
          <a:lstStyle/>
          <a:p>
            <a:r>
              <a:rPr lang="en-US" dirty="0"/>
              <a:t>Why contribute ??</a:t>
            </a:r>
          </a:p>
        </p:txBody>
      </p:sp>
      <p:sp>
        <p:nvSpPr>
          <p:cNvPr id="3" name="Text Placeholder 2"/>
          <p:cNvSpPr>
            <a:spLocks noGrp="1"/>
          </p:cNvSpPr>
          <p:nvPr>
            <p:ph type="body" sz="quarter" idx="10"/>
          </p:nvPr>
        </p:nvSpPr>
        <p:spPr>
          <a:xfrm>
            <a:off x="586390" y="1779815"/>
            <a:ext cx="11018520" cy="4567404"/>
          </a:xfrm>
        </p:spPr>
        <p:txBody>
          <a:bodyPr/>
          <a:lstStyle/>
          <a:p>
            <a:pPr>
              <a:buFont typeface="Arial" panose="020B0604020202020204" pitchFamily="34" charset="0"/>
              <a:buChar char="•"/>
            </a:pPr>
            <a:r>
              <a:rPr lang="en-US" dirty="0"/>
              <a:t> Improve  software  you rely on</a:t>
            </a:r>
          </a:p>
          <a:p>
            <a:endParaRPr lang="en-US" dirty="0"/>
          </a:p>
          <a:p>
            <a:pPr>
              <a:buFont typeface="Arial" panose="020B0604020202020204" pitchFamily="34" charset="0"/>
              <a:buChar char="•"/>
            </a:pPr>
            <a:r>
              <a:rPr lang="en-US" dirty="0"/>
              <a:t> Improve existing skills</a:t>
            </a:r>
          </a:p>
          <a:p>
            <a:endParaRPr lang="en-US" dirty="0"/>
          </a:p>
          <a:p>
            <a:pPr>
              <a:buFont typeface="Arial" panose="020B0604020202020204" pitchFamily="34" charset="0"/>
              <a:buChar char="•"/>
            </a:pPr>
            <a:r>
              <a:rPr lang="en-US" dirty="0"/>
              <a:t> Find mentors</a:t>
            </a:r>
          </a:p>
          <a:p>
            <a:endParaRPr lang="en-US" dirty="0"/>
          </a:p>
          <a:p>
            <a:pPr>
              <a:buFont typeface="Arial" panose="020B0604020202020204" pitchFamily="34" charset="0"/>
              <a:buChar char="•"/>
            </a:pPr>
            <a:r>
              <a:rPr lang="en-US" dirty="0"/>
              <a:t> Meet peoples who are interested in similar things</a:t>
            </a:r>
          </a:p>
          <a:p>
            <a:endParaRPr lang="en-US" dirty="0"/>
          </a:p>
          <a:p>
            <a:pPr>
              <a:buFont typeface="Arial" panose="020B0604020202020204" pitchFamily="34" charset="0"/>
              <a:buChar char="•"/>
            </a:pPr>
            <a:r>
              <a:rPr lang="en-US" dirty="0"/>
              <a:t> Learn people skills</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2024742"/>
            <a:ext cx="11018520" cy="1107996"/>
          </a:xfrm>
        </p:spPr>
        <p:txBody>
          <a:bodyPr/>
          <a:lstStyle/>
          <a:p>
            <a:r>
              <a:rPr lang="en-US" dirty="0"/>
              <a:t>Hands on with Open Source</a:t>
            </a:r>
            <a:br>
              <a:rPr lang="en-US" dirty="0"/>
            </a:br>
            <a:r>
              <a:rPr lang="en-US" dirty="0"/>
              <a:t>Contributions</a:t>
            </a:r>
          </a:p>
        </p:txBody>
      </p:sp>
      <p:sp>
        <p:nvSpPr>
          <p:cNvPr id="3" name="Text Placeholder 2"/>
          <p:cNvSpPr>
            <a:spLocks noGrp="1"/>
          </p:cNvSpPr>
          <p:nvPr>
            <p:ph type="body" sz="quarter" idx="10"/>
          </p:nvPr>
        </p:nvSpPr>
        <p:spPr>
          <a:xfrm flipV="1">
            <a:off x="586390" y="9780813"/>
            <a:ext cx="11018520" cy="179615"/>
          </a:xfrm>
        </p:spPr>
        <p:txBody>
          <a:bodyPr/>
          <a:lstStyle/>
          <a:p>
            <a:endParaRPr lang="en-US" dirty="0"/>
          </a:p>
        </p:txBody>
      </p:sp>
      <p:pic>
        <p:nvPicPr>
          <p:cNvPr id="4" name="Picture 3"/>
          <p:cNvPicPr>
            <a:picLocks noChangeAspect="1"/>
          </p:cNvPicPr>
          <p:nvPr/>
        </p:nvPicPr>
        <p:blipFill>
          <a:blip r:embed="rId2"/>
          <a:stretch>
            <a:fillRect/>
          </a:stretch>
        </p:blipFill>
        <p:spPr>
          <a:xfrm>
            <a:off x="6550638" y="1048486"/>
            <a:ext cx="4090147" cy="3399935"/>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Segoe UI" panose="020B0502040204020203"/>
              </a:rPr>
              <a:t>Some famous </a:t>
            </a:r>
            <a:r>
              <a:rPr lang="en-US">
                <a:cs typeface="Segoe UI" panose="020B0502040204020203"/>
              </a:rPr>
              <a:t>Open-Source</a:t>
            </a:r>
            <a:r>
              <a:rPr lang="en-US" dirty="0">
                <a:cs typeface="Segoe UI" panose="020B0502040204020203"/>
              </a:rPr>
              <a:t> programs :-</a:t>
            </a:r>
          </a:p>
        </p:txBody>
      </p:sp>
      <p:sp>
        <p:nvSpPr>
          <p:cNvPr id="3" name="Text Placeholder 2"/>
          <p:cNvSpPr>
            <a:spLocks noGrp="1"/>
          </p:cNvSpPr>
          <p:nvPr>
            <p:ph type="body" sz="quarter" idx="10"/>
          </p:nvPr>
        </p:nvSpPr>
        <p:spPr>
          <a:xfrm>
            <a:off x="586390" y="1434370"/>
            <a:ext cx="11018520" cy="5084469"/>
          </a:xfrm>
        </p:spPr>
        <p:txBody>
          <a:bodyPr vert="horz" wrap="square" lIns="0" tIns="0" rIns="0" bIns="0" rtlCol="0" anchor="t">
            <a:spAutoFit/>
          </a:bodyPr>
          <a:lstStyle/>
          <a:p>
            <a:pPr marL="514350" indent="-514350">
              <a:buFont typeface="Wingdings" panose="05000000000000000000" pitchFamily="2" charset="2"/>
              <a:buChar char="§"/>
            </a:pPr>
            <a:r>
              <a:rPr lang="en-US" dirty="0">
                <a:latin typeface="Segoe UI Semilight" panose="020B0402040204020203"/>
                <a:cs typeface="Segoe UI Semilight" panose="020B0402040204020203"/>
              </a:rPr>
              <a:t>GSoC  ( Google Summer of Code )</a:t>
            </a:r>
          </a:p>
          <a:p>
            <a:pPr marL="514350" indent="-514350">
              <a:buFont typeface="Wingdings" panose="05000000000000000000" pitchFamily="2" charset="2"/>
              <a:buChar char="§"/>
            </a:pPr>
            <a:r>
              <a:rPr lang="en-US" dirty="0"/>
              <a:t>MLH Fellowship</a:t>
            </a:r>
          </a:p>
          <a:p>
            <a:pPr marL="514350" indent="-514350">
              <a:buFont typeface="Wingdings" panose="05000000000000000000" pitchFamily="2" charset="2"/>
              <a:buChar char="§"/>
            </a:pPr>
            <a:r>
              <a:rPr lang="en-US" dirty="0"/>
              <a:t>Google Season of Docs</a:t>
            </a:r>
          </a:p>
          <a:p>
            <a:pPr marL="514350" indent="-514350">
              <a:buFont typeface="Wingdings" panose="05000000000000000000" pitchFamily="2" charset="2"/>
              <a:buChar char="§"/>
            </a:pPr>
            <a:r>
              <a:rPr lang="en-US" dirty="0">
                <a:latin typeface="Segoe UI Semilight" panose="020B0402040204020203"/>
                <a:cs typeface="Segoe UI Semilight" panose="020B0402040204020203"/>
              </a:rPr>
              <a:t>Hacktober Fest</a:t>
            </a:r>
          </a:p>
          <a:p>
            <a:pPr marL="514350" indent="-514350">
              <a:buFont typeface="Wingdings" panose="05000000000000000000" pitchFamily="2" charset="2"/>
              <a:buChar char="§"/>
            </a:pPr>
            <a:r>
              <a:rPr lang="en-US" dirty="0">
                <a:latin typeface="Segoe UI Semilight" panose="020B0402040204020203"/>
                <a:cs typeface="Segoe UI Semilight" panose="020B0402040204020203"/>
              </a:rPr>
              <a:t>Open-Source Track Explorer</a:t>
            </a:r>
          </a:p>
          <a:p>
            <a:pPr marL="514350" indent="-514350">
              <a:buFont typeface="Wingdings" panose="05000000000000000000" pitchFamily="2" charset="2"/>
              <a:buChar char="§"/>
            </a:pPr>
            <a:r>
              <a:rPr lang="en-US" dirty="0"/>
              <a:t>Educational Externship Track</a:t>
            </a:r>
          </a:p>
          <a:p>
            <a:pPr marL="514350" indent="-514350">
              <a:buFont typeface="Wingdings" panose="05000000000000000000" pitchFamily="2" charset="2"/>
              <a:buChar char="§"/>
            </a:pPr>
            <a:r>
              <a:rPr lang="en-US" dirty="0">
                <a:latin typeface="Segoe UI Semilight" panose="020B0402040204020203"/>
                <a:cs typeface="Segoe UI Semilight" panose="020B0402040204020203"/>
              </a:rPr>
              <a:t>Outreachy</a:t>
            </a:r>
          </a:p>
          <a:p>
            <a:pPr marL="514350" indent="-514350">
              <a:buFont typeface="Wingdings" panose="05000000000000000000" pitchFamily="2" charset="2"/>
              <a:buChar char="§"/>
            </a:pPr>
            <a:r>
              <a:rPr lang="en-US" dirty="0"/>
              <a:t>Season of KDE</a:t>
            </a:r>
          </a:p>
          <a:p>
            <a:pPr marL="514350" indent="-514350">
              <a:buFont typeface="Wingdings" panose="05000000000000000000" pitchFamily="2" charset="2"/>
              <a:buChar char="§"/>
            </a:pPr>
            <a:r>
              <a:rPr lang="en-US" dirty="0"/>
              <a:t>Linux Foundation Mentorship Program</a:t>
            </a:r>
          </a:p>
          <a:p>
            <a:pPr marL="514350" indent="-514350">
              <a:buFont typeface="Wingdings" panose="05000000000000000000" pitchFamily="2" charset="2"/>
              <a:buChar char="§"/>
            </a:pPr>
            <a:r>
              <a:rPr lang="en-US" dirty="0"/>
              <a:t>Community Bridge Mentorship Program</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1240971"/>
            <a:ext cx="11018520" cy="1240971"/>
          </a:xfrm>
        </p:spPr>
        <p:txBody>
          <a:bodyPr/>
          <a:lstStyle/>
          <a:p>
            <a:endParaRPr lang="en-US" dirty="0"/>
          </a:p>
        </p:txBody>
      </p:sp>
      <p:sp>
        <p:nvSpPr>
          <p:cNvPr id="3" name="Text Placeholder 2"/>
          <p:cNvSpPr>
            <a:spLocks noGrp="1"/>
          </p:cNvSpPr>
          <p:nvPr>
            <p:ph type="body" sz="quarter" idx="10"/>
          </p:nvPr>
        </p:nvSpPr>
        <p:spPr>
          <a:xfrm>
            <a:off x="586390" y="653143"/>
            <a:ext cx="11018520" cy="5601533"/>
          </a:xfrm>
        </p:spPr>
        <p:txBody>
          <a:bodyPr vert="horz" wrap="square" lIns="0" tIns="0" rIns="0" bIns="0" rtlCol="0" anchor="t">
            <a:spAutoFit/>
          </a:bodyPr>
          <a:lstStyle/>
          <a:p>
            <a:pPr marL="514350" indent="-514350">
              <a:buFont typeface="Wingdings" panose="05000000000000000000" pitchFamily="2" charset="2"/>
              <a:buChar char="§"/>
            </a:pPr>
            <a:r>
              <a:rPr lang="en-US" dirty="0"/>
              <a:t>Open Mainframe Project</a:t>
            </a:r>
          </a:p>
          <a:p>
            <a:pPr marL="514350" indent="-514350">
              <a:buFont typeface="Wingdings" panose="05000000000000000000" pitchFamily="2" charset="2"/>
              <a:buChar char="§"/>
            </a:pPr>
            <a:r>
              <a:rPr lang="en-US" dirty="0">
                <a:latin typeface="Segoe UI Semilight" panose="020B0402040204020203"/>
                <a:cs typeface="Segoe UI Semilight" panose="020B0402040204020203"/>
              </a:rPr>
              <a:t>Foss Asia Codeheat</a:t>
            </a:r>
          </a:p>
          <a:p>
            <a:pPr marL="514350" indent="-514350">
              <a:buFont typeface="Wingdings" panose="05000000000000000000" pitchFamily="2" charset="2"/>
              <a:buChar char="§"/>
            </a:pPr>
            <a:r>
              <a:rPr lang="en-US" dirty="0">
                <a:latin typeface="Segoe UI Semilight" panose="020B0402040204020203"/>
                <a:cs typeface="Segoe UI Semilight" panose="020B0402040204020203"/>
              </a:rPr>
              <a:t>Linux Kernel Mentorship Programme</a:t>
            </a:r>
          </a:p>
          <a:p>
            <a:pPr marL="514350" indent="-514350">
              <a:buFont typeface="Wingdings" panose="05000000000000000000" pitchFamily="2" charset="2"/>
              <a:buChar char="§"/>
            </a:pPr>
            <a:r>
              <a:rPr lang="en-US" dirty="0">
                <a:latin typeface="Segoe UI Semilight" panose="020B0402040204020203"/>
                <a:cs typeface="Segoe UI Semilight" panose="020B0402040204020203"/>
              </a:rPr>
              <a:t>Redox Summer of Code</a:t>
            </a:r>
          </a:p>
          <a:p>
            <a:pPr marL="514350" indent="-514350">
              <a:buFont typeface="Wingdings" panose="05000000000000000000" pitchFamily="2" charset="2"/>
              <a:buChar char="§"/>
            </a:pPr>
            <a:r>
              <a:rPr lang="en-US" dirty="0">
                <a:latin typeface="Segoe UI Semilight" panose="020B0402040204020203"/>
                <a:cs typeface="Segoe UI Semilight" panose="020B0402040204020203"/>
              </a:rPr>
              <a:t>Hyperledger Mentorship Program</a:t>
            </a:r>
          </a:p>
          <a:p>
            <a:pPr marL="514350" indent="-514350">
              <a:buFont typeface="Wingdings" panose="05000000000000000000" pitchFamily="2" charset="2"/>
              <a:buChar char="§"/>
            </a:pPr>
            <a:r>
              <a:rPr lang="en-US" dirty="0"/>
              <a:t>Foss Asia Internship Program</a:t>
            </a:r>
          </a:p>
          <a:p>
            <a:pPr marL="514350" indent="-514350">
              <a:buFont typeface="Wingdings" panose="05000000000000000000" pitchFamily="2" charset="2"/>
              <a:buChar char="§"/>
            </a:pPr>
            <a:r>
              <a:rPr lang="en-US" dirty="0"/>
              <a:t>Open Summer of Code for Students</a:t>
            </a:r>
          </a:p>
          <a:p>
            <a:pPr marL="514350" indent="-514350">
              <a:buFont typeface="Wingdings" panose="05000000000000000000" pitchFamily="2" charset="2"/>
              <a:buChar char="§"/>
            </a:pPr>
            <a:r>
              <a:rPr lang="en-US" dirty="0">
                <a:latin typeface="Segoe UI Semilight" panose="020B0402040204020203"/>
                <a:cs typeface="Segoe UI Semilight" panose="020B0402040204020203"/>
              </a:rPr>
              <a:t>Alibaba Summer of Code</a:t>
            </a:r>
          </a:p>
          <a:p>
            <a:pPr marL="514350" indent="-514350">
              <a:buFont typeface="Wingdings" panose="05000000000000000000" pitchFamily="2" charset="2"/>
              <a:buChar char="§"/>
            </a:pPr>
            <a:r>
              <a:rPr lang="en-US" dirty="0"/>
              <a:t>Free  Software Foundation Internship Program</a:t>
            </a:r>
          </a:p>
          <a:p>
            <a:pPr marL="514350" indent="-514350">
              <a:buFont typeface="Wingdings" panose="05000000000000000000" pitchFamily="2" charset="2"/>
              <a:buChar char="§"/>
            </a:pPr>
            <a:r>
              <a:rPr lang="en-US" dirty="0"/>
              <a:t>Google Summer of Earth Engine</a:t>
            </a:r>
          </a:p>
          <a:p>
            <a:pPr marL="514350" indent="-514350">
              <a:buFont typeface="Wingdings" panose="05000000000000000000" pitchFamily="2" charset="2"/>
              <a:buChar char="§"/>
            </a:pPr>
            <a:r>
              <a:rPr lang="en-US" dirty="0"/>
              <a:t>The Processing Foundation Fellowships</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8836" y="2967335"/>
            <a:ext cx="2254328" cy="923330"/>
          </a:xfrm>
        </p:spPr>
        <p:txBody>
          <a:bodyPr/>
          <a:lstStyle/>
          <a:p>
            <a:pPr algn="ctr"/>
            <a:r>
              <a:rPr lang="en-US" sz="6000" dirty="0"/>
              <a:t>Q &amp; A</a:t>
            </a:r>
            <a:endParaRPr lang="en-IN" sz="60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theme/theme1.xml><?xml version="1.0" encoding="utf-8"?>
<a:theme xmlns:a="http://schemas.openxmlformats.org/drawingml/2006/main" name="WHITE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SOFT BLACK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noAutofit/>
      </a:bodyPr>
      <a:lstStyle>
        <a:defPPr algn="l" defTabSz="932180" fontAlgn="base">
          <a:spcBef>
            <a:spcPct val="0"/>
          </a:spcBef>
          <a:spcAft>
            <a:spcPct val="0"/>
          </a:spcAft>
          <a:defRPr sz="2000" dirty="0" err="1" smtClean="0">
            <a:gradFill>
              <a:gsLst>
                <a:gs pos="0">
                  <a:srgbClr val="FFFFFF"/>
                </a:gs>
                <a:gs pos="100000">
                  <a:srgbClr val="FFFFFF"/>
                </a:gs>
              </a:gsLst>
              <a:lin ang="5400000" scaled="0"/>
            </a:gradFill>
            <a:ea typeface="Segoe UI" panose="020B0502040204020203" pitchFamily="34" charset="0"/>
            <a:cs typeface="Segoe UI" panose="020B0502040204020203"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37F06C4865FD4A8A403F66497FF9A9" ma:contentTypeVersion="10" ma:contentTypeDescription="Create a new document." ma:contentTypeScope="" ma:versionID="737b829c9e8dd70132cb83578bbf66e1">
  <xsd:schema xmlns:xsd="http://www.w3.org/2001/XMLSchema" xmlns:xs="http://www.w3.org/2001/XMLSchema" xmlns:p="http://schemas.microsoft.com/office/2006/metadata/properties" xmlns:ns2="78bc6fde-72ac-489a-b0a4-ba51770a119a" targetNamespace="http://schemas.microsoft.com/office/2006/metadata/properties" ma:root="true" ma:fieldsID="e6f5f8c67bad8483478ff9bfe149e9fb" ns2:_="">
    <xsd:import namespace="78bc6fde-72ac-489a-b0a4-ba51770a119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bc6fde-72ac-489a-b0a4-ba51770a11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8bc6fde-72ac-489a-b0a4-ba51770a119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6A6E30-F6E8-4796-9D81-2BC5458DCD57}">
  <ds:schemaRefs/>
</ds:datastoreItem>
</file>

<file path=customXml/itemProps2.xml><?xml version="1.0" encoding="utf-8"?>
<ds:datastoreItem xmlns:ds="http://schemas.openxmlformats.org/officeDocument/2006/customXml" ds:itemID="{F990F116-B58F-4255-B05B-DA3808E0E5C6}">
  <ds:schemaRefs/>
</ds:datastoreItem>
</file>

<file path=customXml/itemProps3.xml><?xml version="1.0" encoding="utf-8"?>
<ds:datastoreItem xmlns:ds="http://schemas.openxmlformats.org/officeDocument/2006/customXml" ds:itemID="{758FDAC0-319D-4A54-8D8E-1D42CB1F8004}">
  <ds:schemaRefs/>
</ds:datastoreItem>
</file>

<file path=docProps/app.xml><?xml version="1.0" encoding="utf-8"?>
<Properties xmlns="http://schemas.openxmlformats.org/officeDocument/2006/extended-properties" xmlns:vt="http://schemas.openxmlformats.org/officeDocument/2006/docPropsVTypes">
  <Template>WHITE TEMPLATE</Template>
  <TotalTime>7</TotalTime>
  <Words>951</Words>
  <Application>Microsoft Office PowerPoint</Application>
  <PresentationFormat>Custom</PresentationFormat>
  <Paragraphs>158</Paragraphs>
  <Slides>17</Slides>
  <Notes>8</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WHITE TEMPLATE</vt:lpstr>
      <vt:lpstr>SOFT BLACK TEMPLATE</vt:lpstr>
      <vt:lpstr>Introduction to Git and GitHub | Open-Source Contributions</vt:lpstr>
      <vt:lpstr>Agenda</vt:lpstr>
      <vt:lpstr>What is Version Control ?</vt:lpstr>
      <vt:lpstr>Types of Version Control Systems</vt:lpstr>
      <vt:lpstr>Why Git?</vt:lpstr>
      <vt:lpstr>Basics of Git</vt:lpstr>
      <vt:lpstr>Hands on with Git</vt:lpstr>
      <vt:lpstr>GitHub: An Overview of the Platform</vt:lpstr>
      <vt:lpstr>Hands on with GitHub</vt:lpstr>
      <vt:lpstr>Open-Source Contributions</vt:lpstr>
      <vt:lpstr>Some famous Open-Source Projects </vt:lpstr>
      <vt:lpstr>Why contribute ??</vt:lpstr>
      <vt:lpstr>Hands on with Open Source Contributions</vt:lpstr>
      <vt:lpstr>Some famous Open-Source programs :-</vt:lpstr>
      <vt:lpstr>Slide 15</vt:lpstr>
      <vt:lpstr>Q &amp; A</vt:lpstr>
      <vt:lpstr>Thank You!</vt:lpstr>
    </vt:vector>
  </TitlesOfParts>
  <Manager>&lt;Comms manager name here&gt;</Manager>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MSP Program</dc:subject>
  <dc:creator>"Heidi Laverty" &lt;heidi@mindseyepdx.com&gt;</dc:creator>
  <cp:lastModifiedBy>USER</cp:lastModifiedBy>
  <cp:revision>116</cp:revision>
  <dcterms:created xsi:type="dcterms:W3CDTF">2019-03-28T18:40:00Z</dcterms:created>
  <dcterms:modified xsi:type="dcterms:W3CDTF">2025-07-14T02:02:10Z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0x0101003137F06C4865FD4A8A403F66497FF9A9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ICV">
    <vt:lpwstr>71F2AA88D0D741FBBF8D303533C5B4F6_12</vt:lpwstr>
  </property>
  <property fmtid="{D5CDD505-2E9C-101B-9397-08002B2CF9AE}" pid="21" name="KSOProductBuildVer">
    <vt:lpwstr>1033-12.2.0.19826</vt:lpwstr>
  </property>
</Properties>
</file>