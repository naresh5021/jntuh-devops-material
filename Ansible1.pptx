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troduction-to-Ansible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troduction-to-Ansibl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roduction-to-Ansibl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roduction-to-Ansibl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troduction-to-Ansibl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troduction-to-Ansibl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troduction-to-Ansibl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troduction-to-Ansibl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troduction-to-Ansibl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troduction-to-Ansibl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troduction-to-Ansibl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troduction-to-Ansibl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troduction-to-Ansibl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troduction-to-Ansibl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roduction-to-Ansibl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roduction-to-Ansibl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Introduction-to-Ansibl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Introduction-to-Ansibl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