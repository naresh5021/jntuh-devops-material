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  <p:sldId id="289" r:id="rId31"/>
    <p:sldId id="290" r:id="rId32"/>
    <p:sldId id="292" r:id="rId33"/>
    <p:sldId id="293" r:id="rId34"/>
    <p:sldId id="294" r:id="rId35"/>
    <p:sldId id="29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-14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evOps-seminar-ppt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evOps-seminar-ppt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evOps-seminar-ppt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evOps-seminar-ppt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evOps-seminar-ppt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evOps-seminar-ppt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evOps-seminar-ppt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evOps-seminar-ppt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DevOps-seminar-ppt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DevOps-seminar-ppt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DevOps-seminar-ppt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DevOps-seminar-ppt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evOps-seminar-ppt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DevOps-seminar-ppt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DevOps-seminar-ppt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DevOps-seminar-ppt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DevOps-seminar-ppt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DevOps-seminar-ppt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DevOps-seminar-ppt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DevOps-seminar-ppt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DevOps-seminar-ppt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DevOps-seminar-ppt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DevOps-seminar-ppt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DevOps-seminar-ppt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DevOps-seminar-ppt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DevOps-seminar-ppt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DevOps-seminar-ppt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DevOps-seminar-ppt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DevOps-seminar-ppt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DevOps-seminar-ppt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DevOps-seminar-ppt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DevOps-seminar-ppt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DevOps-seminar-ppt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DevOps-seminar-ppt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DevOps-seminar-ppt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8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On-screen Show (4:3)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USER</cp:lastModifiedBy>
  <cp:revision>12</cp:revision>
  <dcterms:created xsi:type="dcterms:W3CDTF">2013-01-27T09:14:16Z</dcterms:created>
  <dcterms:modified xsi:type="dcterms:W3CDTF">2025-07-14T08:13:42Z</dcterms:modified>
  <cp:category/>
</cp:coreProperties>
</file>