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jp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-Introducing-DevOps-1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-Introducing-DevOps-2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-Introducing-DevOps-3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-Introducing-DevOps-4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-Introducing-DevOps-5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6-Introducing-DevOps-6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7-Introducing-DevOps-7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8-Introducing-DevOps-8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9-Introducing-DevOps-9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-Introducing-DevOps-10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-Introducing-DevOps-11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2-Introducing-DevOps-12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3-Introducing-DevOps-13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4-Introducing-DevOps-14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5-Introducing-DevOps-15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6-Introducing-DevOps-16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7-Introducing-DevOps-17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5-Introducing-DevOps-15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6-Introducing-DevOps-16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-Introducing-DevOps-20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1-Introducing-DevOps-21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2-Introducing-DevOps-22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3-Introducing-DevOps-23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4-Introducing-DevOps-24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5-Introducing-DevOps-25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6-Introducing-DevOps-26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7-Introducing-DevOps-27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8-Introducing-DevOps-28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9-Introducing-DevOps-29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0-Introducing-DevOps-30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1-Introducing-DevOps-31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