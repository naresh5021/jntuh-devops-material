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67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1-development-and-operations-devops-UNIT-1-pptx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2-development-and-operations-devops-UNIT-1-pptx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3-development-and-operations-devops-UNIT-1-pptx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4-development-and-operations-devops-UNIT-1-pptx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5-development-and-operations-devops-UNIT-1-pptx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6-development-and-operations-devops-UNIT-1-pptx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7-development-and-operations-devops-UNIT-1-pptx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8-development-and-operations-devops-UNIT-1-pptx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09-development-and-operations-devops-UNIT-1-pptx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0-development-and-operations-devops-UNIT-1-pptx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1-development-and-operations-devops-UNIT-1-pptx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2-development-and-operations-devops-UNIT-1-pptx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3-development-and-operations-devops-UNIT-1-pptx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4-development-and-operations-devops-UNIT-1-pptx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5-development-and-operations-devops-UNIT-1-pptx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6-development-and-operations-devops-UNIT-1-pptx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7-development-and-operations-devops-UNIT-1-pptx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8-development-and-operations-devops-UNIT-1-pptx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9-development-and-operations-devops-UNIT-1-pptx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0-development-and-operations-devops-UNIT-1-pptx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1-development-and-operations-devops-UNIT-1-pptx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2-development-and-operations-devops-UNIT-1-pptx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3-development-and-operations-devops-UNIT-1-pptx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4-development-and-operations-devops-UNIT-1-pptx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5-development-and-operations-devops-UNIT-1-pptx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6-development-and-operations-devops-UNIT-1-pptx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7-development-and-operations-devops-UNIT-1-pptx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8-development-and-operations-devops-UNIT-1-pptx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9-development-and-operations-devops-UNIT-1-pptx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0-development-and-operations-devops-UNIT-1-pptx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1-development-and-operations-devops-UNIT-1-pptx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2-development-and-operations-devops-UNIT-1-pptx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3-development-and-operations-devops-UNIT-1-pptx-3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4-development-and-operations-devops-UNIT-1-pptx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5-development-and-operations-devops-UNIT-1-pptx-3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6-development-and-operations-devops-UNIT-1-pptx-3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7-development-and-operations-devops-UNIT-1-pptx-3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8-development-and-operations-devops-UNIT-1-pptx-3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9-development-and-operations-devops-UNIT-1-pptx-3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0-development-and-operations-devops-UNIT-1-pptx-4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1-development-and-operations-devops-UNIT-1-pptx-4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2-development-and-operations-devops-UNIT-1-pptx-4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3-development-and-operations-devops-UNIT-1-pptx-4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4-development-and-operations-devops-UNIT-1-pptx-4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5-development-and-operations-devops-UNIT-1-pptx-4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6-development-and-operations-devops-UNIT-1-pptx-4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7-development-and-operations-devops-UNIT-1-pptx-4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8-development-and-operations-devops-UNIT-1-pptx-4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9-development-and-operations-devops-UNIT-1-pptx-4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0-development-and-operations-devops-UNIT-1-pptx-5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1-development-and-operations-devops-UNIT-1-pptx-5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2-development-and-operations-devops-UNIT-1-pptx-5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3-development-and-operations-devops-UNIT-1-pptx-5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4-development-and-operations-devops-UNIT-1-pptx-5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5-development-and-operations-devops-UNIT-1-pptx-5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6-development-and-operations-devops-UNIT-1-pptx-5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7-development-and-operations-devops-UNIT-1-pptx-5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8-development-and-operations-devops-UNIT-1-pptx-5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9-development-and-operations-devops-UNIT-1-pptx-5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0-development-and-operations-devops-UNIT-1-pptx-6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1-development-and-operations-devops-UNIT-1-pptx-6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2-development-and-operations-devops-UNIT-1-pptx-6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3-development-and-operations-devops-UNIT-1-pptx-6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4-development-and-operations-devops-UNIT-1-pptx-6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5-development-and-operations-devops-UNIT-1-pptx-6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On-screen Show (4:3)</PresentationFormat>
  <Paragraphs>0</Paragraphs>
  <Slides>65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CS-383</cp:lastModifiedBy>
  <cp:revision>2</cp:revision>
  <dcterms:created xsi:type="dcterms:W3CDTF">2013-01-27T09:14:16Z</dcterms:created>
  <dcterms:modified xsi:type="dcterms:W3CDTF">2026-04-18T16:08:16Z</dcterms:modified>
  <cp:category/>
</cp:coreProperties>
</file>