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60" r:id="rId4"/>
    <p:sldId id="262" r:id="rId5"/>
    <p:sldId id="264" r:id="rId6"/>
    <p:sldId id="266" r:id="rId7"/>
    <p:sldId id="268" r:id="rId8"/>
    <p:sldId id="270" r:id="rId9"/>
    <p:sldId id="272" r:id="rId10"/>
    <p:sldId id="274" r:id="rId11"/>
    <p:sldId id="27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On-screen Show (4:3)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2025-07-06T16:57:37Z</dcterms:modified>
  <cp:category/>
</cp:coreProperties>
</file>