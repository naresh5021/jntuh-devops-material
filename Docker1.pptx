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Introduction-to-docker-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Introduction-to-docker-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Introduction-to-docker-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Introduction-to-docker-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Introduction-to-docker-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Introduction-to-docker-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Introduction-to-docker-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Introduction-to-docker-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Introduction-to-docker-1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Introduction-to-docker-1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Introduction-to-docker-1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Introduction-to-docker-1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Introduction-to-docker-1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Introduction-to-docker-1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Introduction-to-docker-1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Introduction-to-docker-1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Introduction-to-docker-1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Introduction-to-docker-1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Introduction-to-docker-2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1-Introduction-to-docker-2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2-Introduction-to-docker-2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3-Introduction-to-docker-2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4-Introduction-to-docker-2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5-Introduction-to-docker-2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6-Introduction-to-docker-2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7-Introduction-to-docker-2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8-Introduction-to-docker-2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9-Introduction-to-docker-2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0-Introduction-to-docker-3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1-Introduction-to-docker-3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2-Introduction-to-docker-3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3-Introduction-to-docker-3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4-Introduction-to-docker-3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5-Introduction-to-docker-3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6-Introduction-to-docker-3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7-Introduction-to-docker-3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8-Introduction-to-docker-3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9-Introduction-to-docker-3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0</Words>
  <Application>Microsoft Office PowerPoint</Application>
  <PresentationFormat>On-screen Show (4:3)</PresentationFormat>
  <Paragraphs>0</Paragraphs>
  <Slides>38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/>
  <cp:keywords/>
  <dc:description>generated using python-pptx</dc:description>
  <cp:lastModifiedBy>USER</cp:lastModifiedBy>
  <cp:revision>30</cp:revision>
  <dcterms:created xsi:type="dcterms:W3CDTF">2013-01-27T09:14:16Z</dcterms:created>
  <dcterms:modified xsi:type="dcterms:W3CDTF">2025-07-16T09:23:46Z</dcterms:modified>
  <cp:category/>
</cp:coreProperties>
</file>